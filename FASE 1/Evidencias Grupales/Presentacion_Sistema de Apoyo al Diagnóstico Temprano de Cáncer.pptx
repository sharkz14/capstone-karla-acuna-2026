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3" r:id="rId1"/>
  </p:sldMasterIdLst>
  <p:sldIdLst>
    <p:sldId id="256" r:id="rId2"/>
    <p:sldId id="258" r:id="rId3"/>
    <p:sldId id="259" r:id="rId4"/>
    <p:sldId id="260" r:id="rId5"/>
    <p:sldId id="261" r:id="rId6"/>
    <p:sldId id="263" r:id="rId7"/>
    <p:sldId id="264" r:id="rId8"/>
    <p:sldId id="265" r:id="rId9"/>
    <p:sldId id="266"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sin título" id="{B55B0189-35D8-46E7-A82C-2802A97249B4}">
          <p14:sldIdLst>
            <p14:sldId id="256"/>
            <p14:sldId id="258"/>
            <p14:sldId id="259"/>
            <p14:sldId id="260"/>
            <p14:sldId id="261"/>
            <p14:sldId id="263"/>
            <p14:sldId id="264"/>
            <p14:sldId id="265"/>
            <p14:sldId id="26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9A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0" d="100"/>
          <a:sy n="100" d="100"/>
        </p:scale>
        <p:origin x="96" y="2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ata4.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4.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6086120-14E3-4DB5-9AE0-7B17F1B82A75}"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9CCE9677-C9A1-41D6-9B8B-6B19A0147BFB}">
      <dgm:prSet/>
      <dgm:spPr/>
      <dgm:t>
        <a:bodyPr/>
        <a:lstStyle/>
        <a:p>
          <a:pPr>
            <a:lnSpc>
              <a:spcPct val="100000"/>
            </a:lnSpc>
          </a:pPr>
          <a:r>
            <a:rPr lang="es-CL"/>
            <a:t>Problema: Necesidad de reducir el índice de falsos negativos y los tiempos de respuesta en la detección de tumores malignos.</a:t>
          </a:r>
          <a:endParaRPr lang="en-US"/>
        </a:p>
      </dgm:t>
    </dgm:pt>
    <dgm:pt modelId="{961DF08E-A4FA-4CB2-9CD5-0929F77D0FAC}" type="parTrans" cxnId="{A1BB042D-1597-4BE1-8108-4A640E5BDEA3}">
      <dgm:prSet/>
      <dgm:spPr/>
      <dgm:t>
        <a:bodyPr/>
        <a:lstStyle/>
        <a:p>
          <a:endParaRPr lang="en-US"/>
        </a:p>
      </dgm:t>
    </dgm:pt>
    <dgm:pt modelId="{164DDA3F-F51A-4457-9173-101BDE78886A}" type="sibTrans" cxnId="{A1BB042D-1597-4BE1-8108-4A640E5BDEA3}">
      <dgm:prSet/>
      <dgm:spPr/>
      <dgm:t>
        <a:bodyPr/>
        <a:lstStyle/>
        <a:p>
          <a:endParaRPr lang="en-US"/>
        </a:p>
      </dgm:t>
    </dgm:pt>
    <dgm:pt modelId="{7CB3259A-31BA-4CE4-82C1-F185F72909B2}">
      <dgm:prSet/>
      <dgm:spPr/>
      <dgm:t>
        <a:bodyPr/>
        <a:lstStyle/>
        <a:p>
          <a:pPr>
            <a:lnSpc>
              <a:spcPct val="100000"/>
            </a:lnSpc>
          </a:pPr>
          <a:r>
            <a:rPr lang="es-CL"/>
            <a:t>Solución: Un sistema informático que utiliza algoritmos de aprendizaje supervisado para clasificar lesiones mamarias como benignas o malignas basándose en parámetros clínico-históricos.</a:t>
          </a:r>
          <a:endParaRPr lang="en-US"/>
        </a:p>
      </dgm:t>
    </dgm:pt>
    <dgm:pt modelId="{A468CF49-0DC9-42A2-A484-329246F0F725}" type="parTrans" cxnId="{9EA8FE07-58BC-45BC-9661-C28DA715AD54}">
      <dgm:prSet/>
      <dgm:spPr/>
      <dgm:t>
        <a:bodyPr/>
        <a:lstStyle/>
        <a:p>
          <a:endParaRPr lang="en-US"/>
        </a:p>
      </dgm:t>
    </dgm:pt>
    <dgm:pt modelId="{558818A3-096B-4576-B261-536A261A62C5}" type="sibTrans" cxnId="{9EA8FE07-58BC-45BC-9661-C28DA715AD54}">
      <dgm:prSet/>
      <dgm:spPr/>
      <dgm:t>
        <a:bodyPr/>
        <a:lstStyle/>
        <a:p>
          <a:endParaRPr lang="en-US"/>
        </a:p>
      </dgm:t>
    </dgm:pt>
    <dgm:pt modelId="{20641CC4-7E25-45EE-9A52-5965E0A62B55}">
      <dgm:prSet/>
      <dgm:spPr/>
      <dgm:t>
        <a:bodyPr/>
        <a:lstStyle/>
        <a:p>
          <a:pPr>
            <a:lnSpc>
              <a:spcPct val="100000"/>
            </a:lnSpc>
          </a:pPr>
          <a:r>
            <a:rPr lang="es-CL"/>
            <a:t>Propuesta de Valor: Aumentar la precisión diagnóstica mediante el análisis automatizado de datos médicos complejos.</a:t>
          </a:r>
          <a:endParaRPr lang="en-US"/>
        </a:p>
      </dgm:t>
    </dgm:pt>
    <dgm:pt modelId="{E8729D26-E09B-457D-BA01-2A4B7EE83C28}" type="parTrans" cxnId="{C9F92EA6-127B-411F-B91D-2DA4B0701C41}">
      <dgm:prSet/>
      <dgm:spPr/>
      <dgm:t>
        <a:bodyPr/>
        <a:lstStyle/>
        <a:p>
          <a:endParaRPr lang="en-US"/>
        </a:p>
      </dgm:t>
    </dgm:pt>
    <dgm:pt modelId="{52AF692E-4266-4BF7-91CD-346CF021CA18}" type="sibTrans" cxnId="{C9F92EA6-127B-411F-B91D-2DA4B0701C41}">
      <dgm:prSet/>
      <dgm:spPr/>
      <dgm:t>
        <a:bodyPr/>
        <a:lstStyle/>
        <a:p>
          <a:endParaRPr lang="en-US"/>
        </a:p>
      </dgm:t>
    </dgm:pt>
    <dgm:pt modelId="{C3FB45DD-9904-4682-998A-3C779D13173A}" type="pres">
      <dgm:prSet presAssocID="{26086120-14E3-4DB5-9AE0-7B17F1B82A75}" presName="root" presStyleCnt="0">
        <dgm:presLayoutVars>
          <dgm:dir/>
          <dgm:resizeHandles val="exact"/>
        </dgm:presLayoutVars>
      </dgm:prSet>
      <dgm:spPr/>
    </dgm:pt>
    <dgm:pt modelId="{B601ED1F-7F67-4528-9A8D-9DA17EF611E0}" type="pres">
      <dgm:prSet presAssocID="{9CCE9677-C9A1-41D6-9B8B-6B19A0147BFB}" presName="compNode" presStyleCnt="0"/>
      <dgm:spPr/>
    </dgm:pt>
    <dgm:pt modelId="{E1460E8C-122D-499D-94C2-56E34A6FB285}" type="pres">
      <dgm:prSet presAssocID="{9CCE9677-C9A1-41D6-9B8B-6B19A0147BF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Irritante"/>
        </a:ext>
      </dgm:extLst>
    </dgm:pt>
    <dgm:pt modelId="{AEB4C6EF-7796-4BCB-BE20-DB3AF7D2B7BF}" type="pres">
      <dgm:prSet presAssocID="{9CCE9677-C9A1-41D6-9B8B-6B19A0147BFB}" presName="spaceRect" presStyleCnt="0"/>
      <dgm:spPr/>
    </dgm:pt>
    <dgm:pt modelId="{A3BEEFBA-EECA-4F0E-8E05-0A1EC80C9B5B}" type="pres">
      <dgm:prSet presAssocID="{9CCE9677-C9A1-41D6-9B8B-6B19A0147BFB}" presName="textRect" presStyleLbl="revTx" presStyleIdx="0" presStyleCnt="3">
        <dgm:presLayoutVars>
          <dgm:chMax val="1"/>
          <dgm:chPref val="1"/>
        </dgm:presLayoutVars>
      </dgm:prSet>
      <dgm:spPr/>
    </dgm:pt>
    <dgm:pt modelId="{5683AF16-4AAA-4879-AACD-8310934DFE19}" type="pres">
      <dgm:prSet presAssocID="{164DDA3F-F51A-4457-9173-101BDE78886A}" presName="sibTrans" presStyleCnt="0"/>
      <dgm:spPr/>
    </dgm:pt>
    <dgm:pt modelId="{BB9D4477-8C3D-4672-8468-09ACF64D34C7}" type="pres">
      <dgm:prSet presAssocID="{7CB3259A-31BA-4CE4-82C1-F185F72909B2}" presName="compNode" presStyleCnt="0"/>
      <dgm:spPr/>
    </dgm:pt>
    <dgm:pt modelId="{629DF08C-8E8D-4589-B710-05AE99785EFD}" type="pres">
      <dgm:prSet presAssocID="{7CB3259A-31BA-4CE4-82C1-F185F72909B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Head with Gears"/>
        </a:ext>
      </dgm:extLst>
    </dgm:pt>
    <dgm:pt modelId="{ED7CAACB-FAAA-4C57-80AC-83C3A8C5E088}" type="pres">
      <dgm:prSet presAssocID="{7CB3259A-31BA-4CE4-82C1-F185F72909B2}" presName="spaceRect" presStyleCnt="0"/>
      <dgm:spPr/>
    </dgm:pt>
    <dgm:pt modelId="{AE5E8335-1B18-491B-8497-298A5F5A837B}" type="pres">
      <dgm:prSet presAssocID="{7CB3259A-31BA-4CE4-82C1-F185F72909B2}" presName="textRect" presStyleLbl="revTx" presStyleIdx="1" presStyleCnt="3">
        <dgm:presLayoutVars>
          <dgm:chMax val="1"/>
          <dgm:chPref val="1"/>
        </dgm:presLayoutVars>
      </dgm:prSet>
      <dgm:spPr/>
    </dgm:pt>
    <dgm:pt modelId="{D67A30EC-D2B8-4F76-A8E6-4CA09F54E640}" type="pres">
      <dgm:prSet presAssocID="{558818A3-096B-4576-B261-536A261A62C5}" presName="sibTrans" presStyleCnt="0"/>
      <dgm:spPr/>
    </dgm:pt>
    <dgm:pt modelId="{ACCDC887-910A-4586-8D7B-EB672FB19C54}" type="pres">
      <dgm:prSet presAssocID="{20641CC4-7E25-45EE-9A52-5965E0A62B55}" presName="compNode" presStyleCnt="0"/>
      <dgm:spPr/>
    </dgm:pt>
    <dgm:pt modelId="{6CFBDD10-5D81-43B9-A39E-37539F73A641}" type="pres">
      <dgm:prSet presAssocID="{20641CC4-7E25-45EE-9A52-5965E0A62B55}"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pward trend"/>
        </a:ext>
      </dgm:extLst>
    </dgm:pt>
    <dgm:pt modelId="{86801C4E-96A6-4079-8ECD-868F14D6C476}" type="pres">
      <dgm:prSet presAssocID="{20641CC4-7E25-45EE-9A52-5965E0A62B55}" presName="spaceRect" presStyleCnt="0"/>
      <dgm:spPr/>
    </dgm:pt>
    <dgm:pt modelId="{EFB8A363-C6ED-4986-AC0B-B991D4737791}" type="pres">
      <dgm:prSet presAssocID="{20641CC4-7E25-45EE-9A52-5965E0A62B55}" presName="textRect" presStyleLbl="revTx" presStyleIdx="2" presStyleCnt="3">
        <dgm:presLayoutVars>
          <dgm:chMax val="1"/>
          <dgm:chPref val="1"/>
        </dgm:presLayoutVars>
      </dgm:prSet>
      <dgm:spPr/>
    </dgm:pt>
  </dgm:ptLst>
  <dgm:cxnLst>
    <dgm:cxn modelId="{9EA8FE07-58BC-45BC-9661-C28DA715AD54}" srcId="{26086120-14E3-4DB5-9AE0-7B17F1B82A75}" destId="{7CB3259A-31BA-4CE4-82C1-F185F72909B2}" srcOrd="1" destOrd="0" parTransId="{A468CF49-0DC9-42A2-A484-329246F0F725}" sibTransId="{558818A3-096B-4576-B261-536A261A62C5}"/>
    <dgm:cxn modelId="{4868E21D-EA50-477A-A67F-55CA62FC41BD}" type="presOf" srcId="{9CCE9677-C9A1-41D6-9B8B-6B19A0147BFB}" destId="{A3BEEFBA-EECA-4F0E-8E05-0A1EC80C9B5B}" srcOrd="0" destOrd="0" presId="urn:microsoft.com/office/officeart/2018/2/layout/IconLabelList"/>
    <dgm:cxn modelId="{A1BB042D-1597-4BE1-8108-4A640E5BDEA3}" srcId="{26086120-14E3-4DB5-9AE0-7B17F1B82A75}" destId="{9CCE9677-C9A1-41D6-9B8B-6B19A0147BFB}" srcOrd="0" destOrd="0" parTransId="{961DF08E-A4FA-4CB2-9CD5-0929F77D0FAC}" sibTransId="{164DDA3F-F51A-4457-9173-101BDE78886A}"/>
    <dgm:cxn modelId="{5A287890-AA0C-4B79-A5D0-BE621DEC977D}" type="presOf" srcId="{20641CC4-7E25-45EE-9A52-5965E0A62B55}" destId="{EFB8A363-C6ED-4986-AC0B-B991D4737791}" srcOrd="0" destOrd="0" presId="urn:microsoft.com/office/officeart/2018/2/layout/IconLabelList"/>
    <dgm:cxn modelId="{98CD9391-3E85-4C48-8773-2887647624AA}" type="presOf" srcId="{26086120-14E3-4DB5-9AE0-7B17F1B82A75}" destId="{C3FB45DD-9904-4682-998A-3C779D13173A}" srcOrd="0" destOrd="0" presId="urn:microsoft.com/office/officeart/2018/2/layout/IconLabelList"/>
    <dgm:cxn modelId="{C9F92EA6-127B-411F-B91D-2DA4B0701C41}" srcId="{26086120-14E3-4DB5-9AE0-7B17F1B82A75}" destId="{20641CC4-7E25-45EE-9A52-5965E0A62B55}" srcOrd="2" destOrd="0" parTransId="{E8729D26-E09B-457D-BA01-2A4B7EE83C28}" sibTransId="{52AF692E-4266-4BF7-91CD-346CF021CA18}"/>
    <dgm:cxn modelId="{2D21E5E1-D57C-446E-8931-8FF6DEEFDA4B}" type="presOf" srcId="{7CB3259A-31BA-4CE4-82C1-F185F72909B2}" destId="{AE5E8335-1B18-491B-8497-298A5F5A837B}" srcOrd="0" destOrd="0" presId="urn:microsoft.com/office/officeart/2018/2/layout/IconLabelList"/>
    <dgm:cxn modelId="{F4B84B5D-317D-404D-A7A6-52CDDE0B2CEC}" type="presParOf" srcId="{C3FB45DD-9904-4682-998A-3C779D13173A}" destId="{B601ED1F-7F67-4528-9A8D-9DA17EF611E0}" srcOrd="0" destOrd="0" presId="urn:microsoft.com/office/officeart/2018/2/layout/IconLabelList"/>
    <dgm:cxn modelId="{81D56ECE-D94D-4D6B-A9F4-D67B93EA1AA6}" type="presParOf" srcId="{B601ED1F-7F67-4528-9A8D-9DA17EF611E0}" destId="{E1460E8C-122D-499D-94C2-56E34A6FB285}" srcOrd="0" destOrd="0" presId="urn:microsoft.com/office/officeart/2018/2/layout/IconLabelList"/>
    <dgm:cxn modelId="{21EA5C4A-9408-4D16-8B66-469FFDD07A94}" type="presParOf" srcId="{B601ED1F-7F67-4528-9A8D-9DA17EF611E0}" destId="{AEB4C6EF-7796-4BCB-BE20-DB3AF7D2B7BF}" srcOrd="1" destOrd="0" presId="urn:microsoft.com/office/officeart/2018/2/layout/IconLabelList"/>
    <dgm:cxn modelId="{A0899B71-3AEE-447C-A590-8DE632D97D4B}" type="presParOf" srcId="{B601ED1F-7F67-4528-9A8D-9DA17EF611E0}" destId="{A3BEEFBA-EECA-4F0E-8E05-0A1EC80C9B5B}" srcOrd="2" destOrd="0" presId="urn:microsoft.com/office/officeart/2018/2/layout/IconLabelList"/>
    <dgm:cxn modelId="{5A89B6A8-636F-4EAB-8A43-465AB67A1F98}" type="presParOf" srcId="{C3FB45DD-9904-4682-998A-3C779D13173A}" destId="{5683AF16-4AAA-4879-AACD-8310934DFE19}" srcOrd="1" destOrd="0" presId="urn:microsoft.com/office/officeart/2018/2/layout/IconLabelList"/>
    <dgm:cxn modelId="{89B779BC-917C-4C2E-B615-A07E388681FC}" type="presParOf" srcId="{C3FB45DD-9904-4682-998A-3C779D13173A}" destId="{BB9D4477-8C3D-4672-8468-09ACF64D34C7}" srcOrd="2" destOrd="0" presId="urn:microsoft.com/office/officeart/2018/2/layout/IconLabelList"/>
    <dgm:cxn modelId="{1EA0F20F-D323-4D5B-BBCB-832A5E61F51F}" type="presParOf" srcId="{BB9D4477-8C3D-4672-8468-09ACF64D34C7}" destId="{629DF08C-8E8D-4589-B710-05AE99785EFD}" srcOrd="0" destOrd="0" presId="urn:microsoft.com/office/officeart/2018/2/layout/IconLabelList"/>
    <dgm:cxn modelId="{F57A8987-34E6-42A3-8D5C-05BDF5C21D5D}" type="presParOf" srcId="{BB9D4477-8C3D-4672-8468-09ACF64D34C7}" destId="{ED7CAACB-FAAA-4C57-80AC-83C3A8C5E088}" srcOrd="1" destOrd="0" presId="urn:microsoft.com/office/officeart/2018/2/layout/IconLabelList"/>
    <dgm:cxn modelId="{BEEC383F-D03B-4FA4-83DB-9C6A23A04D06}" type="presParOf" srcId="{BB9D4477-8C3D-4672-8468-09ACF64D34C7}" destId="{AE5E8335-1B18-491B-8497-298A5F5A837B}" srcOrd="2" destOrd="0" presId="urn:microsoft.com/office/officeart/2018/2/layout/IconLabelList"/>
    <dgm:cxn modelId="{3F3DFE50-B8E6-4721-BEB8-4ADD3F5B18E7}" type="presParOf" srcId="{C3FB45DD-9904-4682-998A-3C779D13173A}" destId="{D67A30EC-D2B8-4F76-A8E6-4CA09F54E640}" srcOrd="3" destOrd="0" presId="urn:microsoft.com/office/officeart/2018/2/layout/IconLabelList"/>
    <dgm:cxn modelId="{4DD67B3E-4D62-486C-A4E3-73E1A9F7A1F7}" type="presParOf" srcId="{C3FB45DD-9904-4682-998A-3C779D13173A}" destId="{ACCDC887-910A-4586-8D7B-EB672FB19C54}" srcOrd="4" destOrd="0" presId="urn:microsoft.com/office/officeart/2018/2/layout/IconLabelList"/>
    <dgm:cxn modelId="{9AB50E69-481A-4470-805E-731736AEA2BC}" type="presParOf" srcId="{ACCDC887-910A-4586-8D7B-EB672FB19C54}" destId="{6CFBDD10-5D81-43B9-A39E-37539F73A641}" srcOrd="0" destOrd="0" presId="urn:microsoft.com/office/officeart/2018/2/layout/IconLabelList"/>
    <dgm:cxn modelId="{A83EAE26-56B9-401F-994D-B7C2C3008687}" type="presParOf" srcId="{ACCDC887-910A-4586-8D7B-EB672FB19C54}" destId="{86801C4E-96A6-4079-8ECD-868F14D6C476}" srcOrd="1" destOrd="0" presId="urn:microsoft.com/office/officeart/2018/2/layout/IconLabelList"/>
    <dgm:cxn modelId="{FCC39660-DCC4-465E-B62E-56C4F6D7077D}" type="presParOf" srcId="{ACCDC887-910A-4586-8D7B-EB672FB19C54}" destId="{EFB8A363-C6ED-4986-AC0B-B991D4737791}"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B599D7-AFD4-45CF-8BD9-FE3356DB02D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1931AF09-AE7A-45E2-8E53-733806707DD4}">
      <dgm:prSet/>
      <dgm:spPr/>
      <dgm:t>
        <a:bodyPr/>
        <a:lstStyle/>
        <a:p>
          <a:r>
            <a:rPr lang="es-CL" b="1"/>
            <a:t>Enfoque Híbrido: </a:t>
          </a:r>
          <a:r>
            <a:rPr lang="es-CL"/>
            <a:t>Combinación de la disciplina de datos CRISP-DM y gestión ágil Kanban.</a:t>
          </a:r>
          <a:endParaRPr lang="en-US"/>
        </a:p>
      </dgm:t>
    </dgm:pt>
    <dgm:pt modelId="{9534BCCD-FDED-41CC-A514-4E96B5D233EE}" type="parTrans" cxnId="{BC08836B-02C9-4A16-8EA1-3AE9245074E0}">
      <dgm:prSet/>
      <dgm:spPr/>
      <dgm:t>
        <a:bodyPr/>
        <a:lstStyle/>
        <a:p>
          <a:endParaRPr lang="en-US"/>
        </a:p>
      </dgm:t>
    </dgm:pt>
    <dgm:pt modelId="{CAC842D7-EE12-483B-B6FD-BF76C8B4E1DA}" type="sibTrans" cxnId="{BC08836B-02C9-4A16-8EA1-3AE9245074E0}">
      <dgm:prSet/>
      <dgm:spPr/>
      <dgm:t>
        <a:bodyPr/>
        <a:lstStyle/>
        <a:p>
          <a:endParaRPr lang="en-US"/>
        </a:p>
      </dgm:t>
    </dgm:pt>
    <dgm:pt modelId="{2E5E7D43-D7B9-465E-9FBA-DBF4477C0E39}">
      <dgm:prSet/>
      <dgm:spPr/>
      <dgm:t>
        <a:bodyPr/>
        <a:lstStyle/>
        <a:p>
          <a:r>
            <a:rPr lang="es-CL" b="1" dirty="0"/>
            <a:t>Ciclo de Datos (CRISP-DM):</a:t>
          </a:r>
          <a:r>
            <a:rPr lang="es-CL" dirty="0"/>
            <a:t> Comprensión del negocio, preparación de datos, modelado, evaluación y despliegue.</a:t>
          </a:r>
          <a:endParaRPr lang="en-US" dirty="0"/>
        </a:p>
      </dgm:t>
    </dgm:pt>
    <dgm:pt modelId="{FB0BA662-BCA1-4BD8-B4D8-95174A4628A1}" type="parTrans" cxnId="{FC3E1054-9138-4267-A5D2-373100B9CABD}">
      <dgm:prSet/>
      <dgm:spPr/>
      <dgm:t>
        <a:bodyPr/>
        <a:lstStyle/>
        <a:p>
          <a:endParaRPr lang="en-US"/>
        </a:p>
      </dgm:t>
    </dgm:pt>
    <dgm:pt modelId="{67422FA9-CB5B-4B75-A7DE-B29911D61617}" type="sibTrans" cxnId="{FC3E1054-9138-4267-A5D2-373100B9CABD}">
      <dgm:prSet/>
      <dgm:spPr/>
      <dgm:t>
        <a:bodyPr/>
        <a:lstStyle/>
        <a:p>
          <a:endParaRPr lang="en-US"/>
        </a:p>
      </dgm:t>
    </dgm:pt>
    <dgm:pt modelId="{ABCC90CC-0D9A-47B8-A1BC-7DBB1812EB02}">
      <dgm:prSet/>
      <dgm:spPr/>
      <dgm:t>
        <a:bodyPr/>
        <a:lstStyle/>
        <a:p>
          <a:r>
            <a:rPr lang="es-CL" b="1"/>
            <a:t>Gestión Individual: </a:t>
          </a:r>
          <a:r>
            <a:rPr lang="es-CL"/>
            <a:t>Ciclos de trabajo semanales (Sprints) para asegurar el cumplimiento en las 4 semanas del TAV.</a:t>
          </a:r>
          <a:endParaRPr lang="en-US"/>
        </a:p>
      </dgm:t>
    </dgm:pt>
    <dgm:pt modelId="{AC17C03A-154E-40E8-B1A1-4AB9A1B031B8}" type="parTrans" cxnId="{E3F3D211-0492-4FB4-AD14-96820A090031}">
      <dgm:prSet/>
      <dgm:spPr/>
      <dgm:t>
        <a:bodyPr/>
        <a:lstStyle/>
        <a:p>
          <a:endParaRPr lang="en-US"/>
        </a:p>
      </dgm:t>
    </dgm:pt>
    <dgm:pt modelId="{97E18DF3-4DC5-495B-9496-C77B989E343D}" type="sibTrans" cxnId="{E3F3D211-0492-4FB4-AD14-96820A090031}">
      <dgm:prSet/>
      <dgm:spPr/>
      <dgm:t>
        <a:bodyPr/>
        <a:lstStyle/>
        <a:p>
          <a:endParaRPr lang="en-US"/>
        </a:p>
      </dgm:t>
    </dgm:pt>
    <dgm:pt modelId="{6464D6FF-6930-4C56-BDA8-B551FC33BB71}" type="pres">
      <dgm:prSet presAssocID="{36B599D7-AFD4-45CF-8BD9-FE3356DB02DB}" presName="root" presStyleCnt="0">
        <dgm:presLayoutVars>
          <dgm:dir/>
          <dgm:resizeHandles val="exact"/>
        </dgm:presLayoutVars>
      </dgm:prSet>
      <dgm:spPr/>
    </dgm:pt>
    <dgm:pt modelId="{41B65C71-1602-4C04-943E-903D101F9C1A}" type="pres">
      <dgm:prSet presAssocID="{1931AF09-AE7A-45E2-8E53-733806707DD4}" presName="compNode" presStyleCnt="0"/>
      <dgm:spPr/>
    </dgm:pt>
    <dgm:pt modelId="{1E165B9A-C620-43B8-B91D-E762D02D5DD9}" type="pres">
      <dgm:prSet presAssocID="{1931AF09-AE7A-45E2-8E53-733806707DD4}" presName="bgRect" presStyleLbl="bgShp" presStyleIdx="0" presStyleCnt="3"/>
      <dgm:spPr/>
    </dgm:pt>
    <dgm:pt modelId="{577574A5-60FD-427A-9E13-BF93C14C629F}" type="pres">
      <dgm:prSet presAssocID="{1931AF09-AE7A-45E2-8E53-733806707DD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Engranajes"/>
        </a:ext>
      </dgm:extLst>
    </dgm:pt>
    <dgm:pt modelId="{71EA754C-9FCC-42C1-BDDF-4393E4D72781}" type="pres">
      <dgm:prSet presAssocID="{1931AF09-AE7A-45E2-8E53-733806707DD4}" presName="spaceRect" presStyleCnt="0"/>
      <dgm:spPr/>
    </dgm:pt>
    <dgm:pt modelId="{0F06BE35-2AC2-4C0A-8852-2DFA63030D52}" type="pres">
      <dgm:prSet presAssocID="{1931AF09-AE7A-45E2-8E53-733806707DD4}" presName="parTx" presStyleLbl="revTx" presStyleIdx="0" presStyleCnt="3">
        <dgm:presLayoutVars>
          <dgm:chMax val="0"/>
          <dgm:chPref val="0"/>
        </dgm:presLayoutVars>
      </dgm:prSet>
      <dgm:spPr/>
    </dgm:pt>
    <dgm:pt modelId="{D6D2C1B5-061D-4033-A64F-5A440BF5365F}" type="pres">
      <dgm:prSet presAssocID="{CAC842D7-EE12-483B-B6FD-BF76C8B4E1DA}" presName="sibTrans" presStyleCnt="0"/>
      <dgm:spPr/>
    </dgm:pt>
    <dgm:pt modelId="{D07FABE1-6026-419E-BAD9-9C79253E3615}" type="pres">
      <dgm:prSet presAssocID="{2E5E7D43-D7B9-465E-9FBA-DBF4477C0E39}" presName="compNode" presStyleCnt="0"/>
      <dgm:spPr/>
    </dgm:pt>
    <dgm:pt modelId="{A7A528C3-880A-49BB-8632-52A2841E4EA9}" type="pres">
      <dgm:prSet presAssocID="{2E5E7D43-D7B9-465E-9FBA-DBF4477C0E39}" presName="bgRect" presStyleLbl="bgShp" presStyleIdx="1" presStyleCnt="3"/>
      <dgm:spPr/>
    </dgm:pt>
    <dgm:pt modelId="{E14B7976-488F-478B-A510-ACEFD2818EB8}" type="pres">
      <dgm:prSet presAssocID="{2E5E7D43-D7B9-465E-9FBA-DBF4477C0E3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Repetir"/>
        </a:ext>
      </dgm:extLst>
    </dgm:pt>
    <dgm:pt modelId="{4049CBAC-E439-4639-A58F-61414C8F835E}" type="pres">
      <dgm:prSet presAssocID="{2E5E7D43-D7B9-465E-9FBA-DBF4477C0E39}" presName="spaceRect" presStyleCnt="0"/>
      <dgm:spPr/>
    </dgm:pt>
    <dgm:pt modelId="{288138BD-4B5C-4C65-82C8-4CCE186C9304}" type="pres">
      <dgm:prSet presAssocID="{2E5E7D43-D7B9-465E-9FBA-DBF4477C0E39}" presName="parTx" presStyleLbl="revTx" presStyleIdx="1" presStyleCnt="3">
        <dgm:presLayoutVars>
          <dgm:chMax val="0"/>
          <dgm:chPref val="0"/>
        </dgm:presLayoutVars>
      </dgm:prSet>
      <dgm:spPr/>
    </dgm:pt>
    <dgm:pt modelId="{11C650B4-C89F-4F55-A57F-B681B9A97620}" type="pres">
      <dgm:prSet presAssocID="{67422FA9-CB5B-4B75-A7DE-B29911D61617}" presName="sibTrans" presStyleCnt="0"/>
      <dgm:spPr/>
    </dgm:pt>
    <dgm:pt modelId="{C6E3E468-E126-4E97-90BC-272A409B5B83}" type="pres">
      <dgm:prSet presAssocID="{ABCC90CC-0D9A-47B8-A1BC-7DBB1812EB02}" presName="compNode" presStyleCnt="0"/>
      <dgm:spPr/>
    </dgm:pt>
    <dgm:pt modelId="{24118A44-6EA4-402E-AC60-F84FF765E79E}" type="pres">
      <dgm:prSet presAssocID="{ABCC90CC-0D9A-47B8-A1BC-7DBB1812EB02}" presName="bgRect" presStyleLbl="bgShp" presStyleIdx="2" presStyleCnt="3"/>
      <dgm:spPr/>
    </dgm:pt>
    <dgm:pt modelId="{2E41C82C-917A-49C6-96AF-CAE0C7904E39}" type="pres">
      <dgm:prSet presAssocID="{ABCC90CC-0D9A-47B8-A1BC-7DBB1812EB0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ranching Diagram"/>
        </a:ext>
      </dgm:extLst>
    </dgm:pt>
    <dgm:pt modelId="{6B6BD93D-B9E8-4149-BE01-9E1E19AEF9F8}" type="pres">
      <dgm:prSet presAssocID="{ABCC90CC-0D9A-47B8-A1BC-7DBB1812EB02}" presName="spaceRect" presStyleCnt="0"/>
      <dgm:spPr/>
    </dgm:pt>
    <dgm:pt modelId="{84B67CC9-766B-4367-AEC6-8B9B0BA1C237}" type="pres">
      <dgm:prSet presAssocID="{ABCC90CC-0D9A-47B8-A1BC-7DBB1812EB02}" presName="parTx" presStyleLbl="revTx" presStyleIdx="2" presStyleCnt="3">
        <dgm:presLayoutVars>
          <dgm:chMax val="0"/>
          <dgm:chPref val="0"/>
        </dgm:presLayoutVars>
      </dgm:prSet>
      <dgm:spPr/>
    </dgm:pt>
  </dgm:ptLst>
  <dgm:cxnLst>
    <dgm:cxn modelId="{AAC6B301-D4AC-433B-8C35-6022408622AD}" type="presOf" srcId="{36B599D7-AFD4-45CF-8BD9-FE3356DB02DB}" destId="{6464D6FF-6930-4C56-BDA8-B551FC33BB71}" srcOrd="0" destOrd="0" presId="urn:microsoft.com/office/officeart/2018/2/layout/IconVerticalSolidList"/>
    <dgm:cxn modelId="{F75F5C07-28D5-48D6-8E8A-36C23376E1A2}" type="presOf" srcId="{2E5E7D43-D7B9-465E-9FBA-DBF4477C0E39}" destId="{288138BD-4B5C-4C65-82C8-4CCE186C9304}" srcOrd="0" destOrd="0" presId="urn:microsoft.com/office/officeart/2018/2/layout/IconVerticalSolidList"/>
    <dgm:cxn modelId="{E3F3D211-0492-4FB4-AD14-96820A090031}" srcId="{36B599D7-AFD4-45CF-8BD9-FE3356DB02DB}" destId="{ABCC90CC-0D9A-47B8-A1BC-7DBB1812EB02}" srcOrd="2" destOrd="0" parTransId="{AC17C03A-154E-40E8-B1A1-4AB9A1B031B8}" sibTransId="{97E18DF3-4DC5-495B-9496-C77B989E343D}"/>
    <dgm:cxn modelId="{BC08836B-02C9-4A16-8EA1-3AE9245074E0}" srcId="{36B599D7-AFD4-45CF-8BD9-FE3356DB02DB}" destId="{1931AF09-AE7A-45E2-8E53-733806707DD4}" srcOrd="0" destOrd="0" parTransId="{9534BCCD-FDED-41CC-A514-4E96B5D233EE}" sibTransId="{CAC842D7-EE12-483B-B6FD-BF76C8B4E1DA}"/>
    <dgm:cxn modelId="{FC3E1054-9138-4267-A5D2-373100B9CABD}" srcId="{36B599D7-AFD4-45CF-8BD9-FE3356DB02DB}" destId="{2E5E7D43-D7B9-465E-9FBA-DBF4477C0E39}" srcOrd="1" destOrd="0" parTransId="{FB0BA662-BCA1-4BD8-B4D8-95174A4628A1}" sibTransId="{67422FA9-CB5B-4B75-A7DE-B29911D61617}"/>
    <dgm:cxn modelId="{B7117A57-5905-4E21-8BB3-5D2724DE8903}" type="presOf" srcId="{ABCC90CC-0D9A-47B8-A1BC-7DBB1812EB02}" destId="{84B67CC9-766B-4367-AEC6-8B9B0BA1C237}" srcOrd="0" destOrd="0" presId="urn:microsoft.com/office/officeart/2018/2/layout/IconVerticalSolidList"/>
    <dgm:cxn modelId="{55578C9D-AAF3-4022-AE8F-24E49EB55E6F}" type="presOf" srcId="{1931AF09-AE7A-45E2-8E53-733806707DD4}" destId="{0F06BE35-2AC2-4C0A-8852-2DFA63030D52}" srcOrd="0" destOrd="0" presId="urn:microsoft.com/office/officeart/2018/2/layout/IconVerticalSolidList"/>
    <dgm:cxn modelId="{486F4713-FAAE-4900-B40E-4C2345FDD20A}" type="presParOf" srcId="{6464D6FF-6930-4C56-BDA8-B551FC33BB71}" destId="{41B65C71-1602-4C04-943E-903D101F9C1A}" srcOrd="0" destOrd="0" presId="urn:microsoft.com/office/officeart/2018/2/layout/IconVerticalSolidList"/>
    <dgm:cxn modelId="{22E44C66-C681-487A-B592-CBC460425169}" type="presParOf" srcId="{41B65C71-1602-4C04-943E-903D101F9C1A}" destId="{1E165B9A-C620-43B8-B91D-E762D02D5DD9}" srcOrd="0" destOrd="0" presId="urn:microsoft.com/office/officeart/2018/2/layout/IconVerticalSolidList"/>
    <dgm:cxn modelId="{3BD3B51D-3871-4B29-B29A-A5A780D0C5B8}" type="presParOf" srcId="{41B65C71-1602-4C04-943E-903D101F9C1A}" destId="{577574A5-60FD-427A-9E13-BF93C14C629F}" srcOrd="1" destOrd="0" presId="urn:microsoft.com/office/officeart/2018/2/layout/IconVerticalSolidList"/>
    <dgm:cxn modelId="{72B9EDF0-DCD7-474D-B59C-21FF9874FA6D}" type="presParOf" srcId="{41B65C71-1602-4C04-943E-903D101F9C1A}" destId="{71EA754C-9FCC-42C1-BDDF-4393E4D72781}" srcOrd="2" destOrd="0" presId="urn:microsoft.com/office/officeart/2018/2/layout/IconVerticalSolidList"/>
    <dgm:cxn modelId="{778E46B2-035C-45BD-A1C2-A8F640827CEF}" type="presParOf" srcId="{41B65C71-1602-4C04-943E-903D101F9C1A}" destId="{0F06BE35-2AC2-4C0A-8852-2DFA63030D52}" srcOrd="3" destOrd="0" presId="urn:microsoft.com/office/officeart/2018/2/layout/IconVerticalSolidList"/>
    <dgm:cxn modelId="{D33A6A07-5166-4976-8BF4-15E5C4EE58F6}" type="presParOf" srcId="{6464D6FF-6930-4C56-BDA8-B551FC33BB71}" destId="{D6D2C1B5-061D-4033-A64F-5A440BF5365F}" srcOrd="1" destOrd="0" presId="urn:microsoft.com/office/officeart/2018/2/layout/IconVerticalSolidList"/>
    <dgm:cxn modelId="{CF650BBA-1977-4C3A-938F-73DAAA9DD7C6}" type="presParOf" srcId="{6464D6FF-6930-4C56-BDA8-B551FC33BB71}" destId="{D07FABE1-6026-419E-BAD9-9C79253E3615}" srcOrd="2" destOrd="0" presId="urn:microsoft.com/office/officeart/2018/2/layout/IconVerticalSolidList"/>
    <dgm:cxn modelId="{76AD9A35-2F74-458B-ABE4-9ADDB3E47CFF}" type="presParOf" srcId="{D07FABE1-6026-419E-BAD9-9C79253E3615}" destId="{A7A528C3-880A-49BB-8632-52A2841E4EA9}" srcOrd="0" destOrd="0" presId="urn:microsoft.com/office/officeart/2018/2/layout/IconVerticalSolidList"/>
    <dgm:cxn modelId="{3A6BDDC6-8789-4DA6-8C24-2028545D1354}" type="presParOf" srcId="{D07FABE1-6026-419E-BAD9-9C79253E3615}" destId="{E14B7976-488F-478B-A510-ACEFD2818EB8}" srcOrd="1" destOrd="0" presId="urn:microsoft.com/office/officeart/2018/2/layout/IconVerticalSolidList"/>
    <dgm:cxn modelId="{CC730DDC-7ED2-4AB4-BA23-811A0E70E659}" type="presParOf" srcId="{D07FABE1-6026-419E-BAD9-9C79253E3615}" destId="{4049CBAC-E439-4639-A58F-61414C8F835E}" srcOrd="2" destOrd="0" presId="urn:microsoft.com/office/officeart/2018/2/layout/IconVerticalSolidList"/>
    <dgm:cxn modelId="{8398B34F-BC64-472F-B432-7B179500C7EA}" type="presParOf" srcId="{D07FABE1-6026-419E-BAD9-9C79253E3615}" destId="{288138BD-4B5C-4C65-82C8-4CCE186C9304}" srcOrd="3" destOrd="0" presId="urn:microsoft.com/office/officeart/2018/2/layout/IconVerticalSolidList"/>
    <dgm:cxn modelId="{CBEB000C-E11B-4D48-95C3-2B3B8F7A870E}" type="presParOf" srcId="{6464D6FF-6930-4C56-BDA8-B551FC33BB71}" destId="{11C650B4-C89F-4F55-A57F-B681B9A97620}" srcOrd="3" destOrd="0" presId="urn:microsoft.com/office/officeart/2018/2/layout/IconVerticalSolidList"/>
    <dgm:cxn modelId="{850A3176-164F-4DAB-8AA7-D97C9DC45852}" type="presParOf" srcId="{6464D6FF-6930-4C56-BDA8-B551FC33BB71}" destId="{C6E3E468-E126-4E97-90BC-272A409B5B83}" srcOrd="4" destOrd="0" presId="urn:microsoft.com/office/officeart/2018/2/layout/IconVerticalSolidList"/>
    <dgm:cxn modelId="{4122C32F-9027-42B7-AD9C-C71E2D6C8C8E}" type="presParOf" srcId="{C6E3E468-E126-4E97-90BC-272A409B5B83}" destId="{24118A44-6EA4-402E-AC60-F84FF765E79E}" srcOrd="0" destOrd="0" presId="urn:microsoft.com/office/officeart/2018/2/layout/IconVerticalSolidList"/>
    <dgm:cxn modelId="{6A2974C5-A8BA-4D60-8A49-38BD68CB97BD}" type="presParOf" srcId="{C6E3E468-E126-4E97-90BC-272A409B5B83}" destId="{2E41C82C-917A-49C6-96AF-CAE0C7904E39}" srcOrd="1" destOrd="0" presId="urn:microsoft.com/office/officeart/2018/2/layout/IconVerticalSolidList"/>
    <dgm:cxn modelId="{5FE4F03C-58AC-4A01-9B2C-8B2CB417AC4A}" type="presParOf" srcId="{C6E3E468-E126-4E97-90BC-272A409B5B83}" destId="{6B6BD93D-B9E8-4149-BE01-9E1E19AEF9F8}" srcOrd="2" destOrd="0" presId="urn:microsoft.com/office/officeart/2018/2/layout/IconVerticalSolidList"/>
    <dgm:cxn modelId="{E8C5CF8E-CD03-49E9-8107-6DC82920C5F6}" type="presParOf" srcId="{C6E3E468-E126-4E97-90BC-272A409B5B83}" destId="{84B67CC9-766B-4367-AEC6-8B9B0BA1C23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28FC897-9785-493A-A26C-61411F06CAEA}" type="doc">
      <dgm:prSet loTypeId="urn:microsoft.com/office/officeart/2017/3/layout/HorizontalPathTimeline" loCatId="process" qsTypeId="urn:microsoft.com/office/officeart/2005/8/quickstyle/simple1" qsCatId="simple" csTypeId="urn:microsoft.com/office/officeart/2005/8/colors/accent1_2" csCatId="accent1" phldr="1"/>
      <dgm:spPr/>
      <dgm:t>
        <a:bodyPr/>
        <a:lstStyle/>
        <a:p>
          <a:endParaRPr lang="en-US"/>
        </a:p>
      </dgm:t>
    </dgm:pt>
    <dgm:pt modelId="{3EC5465E-E871-4158-99DF-9599F6B9E726}">
      <dgm:prSet/>
      <dgm:spPr/>
      <dgm:t>
        <a:bodyPr/>
        <a:lstStyle/>
        <a:p>
          <a:pPr>
            <a:defRPr b="1"/>
          </a:pPr>
          <a:r>
            <a:rPr lang="en-US"/>
            <a:t>6 Ene.</a:t>
          </a:r>
        </a:p>
      </dgm:t>
    </dgm:pt>
    <dgm:pt modelId="{0D39A472-1AC1-46BA-AB5E-9CE0A85AF1AC}" type="parTrans" cxnId="{0DC25C8C-006A-4598-87F0-C56DB2456EA0}">
      <dgm:prSet/>
      <dgm:spPr/>
      <dgm:t>
        <a:bodyPr/>
        <a:lstStyle/>
        <a:p>
          <a:endParaRPr lang="en-US"/>
        </a:p>
      </dgm:t>
    </dgm:pt>
    <dgm:pt modelId="{AAC94523-2120-4EA4-8DAB-700D4495C0AE}" type="sibTrans" cxnId="{0DC25C8C-006A-4598-87F0-C56DB2456EA0}">
      <dgm:prSet/>
      <dgm:spPr/>
      <dgm:t>
        <a:bodyPr/>
        <a:lstStyle/>
        <a:p>
          <a:endParaRPr lang="en-US"/>
        </a:p>
      </dgm:t>
    </dgm:pt>
    <dgm:pt modelId="{8206EB6C-F233-44F7-82CF-3CFE42E6362F}">
      <dgm:prSet/>
      <dgm:spPr/>
      <dgm:t>
        <a:bodyPr/>
        <a:lstStyle/>
        <a:p>
          <a:r>
            <a:rPr lang="en-US"/>
            <a:t>Semana 1 (Ene 6-13): Inicio, análisis exploratorio de datos (EDA) y definición de preguntas de negocio.</a:t>
          </a:r>
        </a:p>
      </dgm:t>
    </dgm:pt>
    <dgm:pt modelId="{ABE5AECF-C713-4832-8B25-0F3D74101920}" type="parTrans" cxnId="{02383D83-64A4-4896-B55D-DEEC0DC00C72}">
      <dgm:prSet/>
      <dgm:spPr/>
      <dgm:t>
        <a:bodyPr/>
        <a:lstStyle/>
        <a:p>
          <a:endParaRPr lang="en-US"/>
        </a:p>
      </dgm:t>
    </dgm:pt>
    <dgm:pt modelId="{142FA12E-CAAB-4D25-8C93-A9700FD8F07F}" type="sibTrans" cxnId="{02383D83-64A4-4896-B55D-DEEC0DC00C72}">
      <dgm:prSet/>
      <dgm:spPr/>
      <dgm:t>
        <a:bodyPr/>
        <a:lstStyle/>
        <a:p>
          <a:endParaRPr lang="en-US"/>
        </a:p>
      </dgm:t>
    </dgm:pt>
    <dgm:pt modelId="{DC939ED7-65B3-4C3D-8A84-1B3723B27ECC}">
      <dgm:prSet/>
      <dgm:spPr/>
      <dgm:t>
        <a:bodyPr/>
        <a:lstStyle/>
        <a:p>
          <a:pPr>
            <a:defRPr b="1"/>
          </a:pPr>
          <a:r>
            <a:rPr lang="en-US"/>
            <a:t>14 Ene.</a:t>
          </a:r>
        </a:p>
      </dgm:t>
    </dgm:pt>
    <dgm:pt modelId="{958A4CAA-B3FD-4316-B6A5-EFC341B87C98}" type="parTrans" cxnId="{4A15B397-4C54-40ED-BC86-4E07289A6C74}">
      <dgm:prSet/>
      <dgm:spPr/>
      <dgm:t>
        <a:bodyPr/>
        <a:lstStyle/>
        <a:p>
          <a:endParaRPr lang="en-US"/>
        </a:p>
      </dgm:t>
    </dgm:pt>
    <dgm:pt modelId="{048E287D-B30C-4801-94EF-E2AC467174FA}" type="sibTrans" cxnId="{4A15B397-4C54-40ED-BC86-4E07289A6C74}">
      <dgm:prSet/>
      <dgm:spPr/>
      <dgm:t>
        <a:bodyPr/>
        <a:lstStyle/>
        <a:p>
          <a:endParaRPr lang="en-US"/>
        </a:p>
      </dgm:t>
    </dgm:pt>
    <dgm:pt modelId="{6F4F49AF-32B7-48A8-ACFF-6049BAE2B5F4}">
      <dgm:prSet/>
      <dgm:spPr/>
      <dgm:t>
        <a:bodyPr/>
        <a:lstStyle/>
        <a:p>
          <a:r>
            <a:rPr lang="en-US"/>
            <a:t>Semana 2 (Ene 14-20): Procesamiento de datos y entrenamiento/comparación de los 3 modelos predictivos.</a:t>
          </a:r>
        </a:p>
      </dgm:t>
    </dgm:pt>
    <dgm:pt modelId="{54E12E78-0F51-45A4-A3B3-103C24CE1C9E}" type="parTrans" cxnId="{4C66C9DD-E078-450B-8A39-B287E482D7DF}">
      <dgm:prSet/>
      <dgm:spPr/>
      <dgm:t>
        <a:bodyPr/>
        <a:lstStyle/>
        <a:p>
          <a:endParaRPr lang="en-US"/>
        </a:p>
      </dgm:t>
    </dgm:pt>
    <dgm:pt modelId="{B572308D-A785-40CD-93FF-07B24ACEF040}" type="sibTrans" cxnId="{4C66C9DD-E078-450B-8A39-B287E482D7DF}">
      <dgm:prSet/>
      <dgm:spPr/>
      <dgm:t>
        <a:bodyPr/>
        <a:lstStyle/>
        <a:p>
          <a:endParaRPr lang="en-US"/>
        </a:p>
      </dgm:t>
    </dgm:pt>
    <dgm:pt modelId="{64B50115-464F-4F63-B067-26E678A2C912}">
      <dgm:prSet/>
      <dgm:spPr/>
      <dgm:t>
        <a:bodyPr/>
        <a:lstStyle/>
        <a:p>
          <a:pPr>
            <a:defRPr b="1"/>
          </a:pPr>
          <a:r>
            <a:rPr lang="en-US"/>
            <a:t>21–27 Ene.</a:t>
          </a:r>
        </a:p>
      </dgm:t>
    </dgm:pt>
    <dgm:pt modelId="{41C03FE3-ADEB-4F27-BB4D-B02604BBA8E5}" type="parTrans" cxnId="{66BA64F0-8EDF-491B-8FA2-C1FCB530265E}">
      <dgm:prSet/>
      <dgm:spPr/>
      <dgm:t>
        <a:bodyPr/>
        <a:lstStyle/>
        <a:p>
          <a:endParaRPr lang="en-US"/>
        </a:p>
      </dgm:t>
    </dgm:pt>
    <dgm:pt modelId="{3FD58C0C-0F01-491C-B587-22BD569C0732}" type="sibTrans" cxnId="{66BA64F0-8EDF-491B-8FA2-C1FCB530265E}">
      <dgm:prSet/>
      <dgm:spPr/>
      <dgm:t>
        <a:bodyPr/>
        <a:lstStyle/>
        <a:p>
          <a:endParaRPr lang="en-US"/>
        </a:p>
      </dgm:t>
    </dgm:pt>
    <dgm:pt modelId="{24175172-9F81-4823-961A-CD64FB5BEC18}">
      <dgm:prSet/>
      <dgm:spPr/>
      <dgm:t>
        <a:bodyPr/>
        <a:lstStyle/>
        <a:p>
          <a:r>
            <a:rPr lang="en-US"/>
            <a:t>Semana 3 (Ene 21-27): Construcción de la interfaz web/app e integración con visualización en Power BI.</a:t>
          </a:r>
        </a:p>
      </dgm:t>
    </dgm:pt>
    <dgm:pt modelId="{9EF679AE-1B06-43B2-A4A9-D44A983293E0}" type="parTrans" cxnId="{5CF8E564-7F82-49DC-9069-17D8EC560638}">
      <dgm:prSet/>
      <dgm:spPr/>
      <dgm:t>
        <a:bodyPr/>
        <a:lstStyle/>
        <a:p>
          <a:endParaRPr lang="en-US"/>
        </a:p>
      </dgm:t>
    </dgm:pt>
    <dgm:pt modelId="{16B6CA47-5670-41B0-98F4-2DC796763A5A}" type="sibTrans" cxnId="{5CF8E564-7F82-49DC-9069-17D8EC560638}">
      <dgm:prSet/>
      <dgm:spPr/>
      <dgm:t>
        <a:bodyPr/>
        <a:lstStyle/>
        <a:p>
          <a:endParaRPr lang="en-US"/>
        </a:p>
      </dgm:t>
    </dgm:pt>
    <dgm:pt modelId="{F3DB6E9B-8631-42F7-9C6C-0B3E922486B4}">
      <dgm:prSet/>
      <dgm:spPr/>
      <dgm:t>
        <a:bodyPr/>
        <a:lstStyle/>
        <a:p>
          <a:pPr>
            <a:defRPr b="1"/>
          </a:pPr>
          <a:r>
            <a:rPr lang="en-US"/>
            <a:t>28 Ene. – 6 Feb.</a:t>
          </a:r>
        </a:p>
      </dgm:t>
    </dgm:pt>
    <dgm:pt modelId="{0C8FE5C1-F371-4DCE-9B41-DACF5D53A452}" type="parTrans" cxnId="{49F6C802-5021-47E3-BB08-4A7B63F57A0E}">
      <dgm:prSet/>
      <dgm:spPr/>
      <dgm:t>
        <a:bodyPr/>
        <a:lstStyle/>
        <a:p>
          <a:endParaRPr lang="en-US"/>
        </a:p>
      </dgm:t>
    </dgm:pt>
    <dgm:pt modelId="{D93FEBA8-F40E-43E0-8D96-6CD96CD73F8F}" type="sibTrans" cxnId="{49F6C802-5021-47E3-BB08-4A7B63F57A0E}">
      <dgm:prSet/>
      <dgm:spPr/>
      <dgm:t>
        <a:bodyPr/>
        <a:lstStyle/>
        <a:p>
          <a:endParaRPr lang="en-US"/>
        </a:p>
      </dgm:t>
    </dgm:pt>
    <dgm:pt modelId="{20F93237-9439-4354-8ABA-74F5A72FE0A9}">
      <dgm:prSet/>
      <dgm:spPr/>
      <dgm:t>
        <a:bodyPr/>
        <a:lstStyle/>
        <a:p>
          <a:r>
            <a:rPr lang="en-US"/>
            <a:t>Semana 4 (Ene 28-Feb 6): Ejecución de pruebas de calidad, validación final y preparación del cierre.</a:t>
          </a:r>
        </a:p>
      </dgm:t>
    </dgm:pt>
    <dgm:pt modelId="{53A136EE-16BC-41BA-BEB1-DEF928872DF5}" type="parTrans" cxnId="{C06F19C6-5B6C-4313-AE37-AE94B14175FB}">
      <dgm:prSet/>
      <dgm:spPr/>
      <dgm:t>
        <a:bodyPr/>
        <a:lstStyle/>
        <a:p>
          <a:endParaRPr lang="en-US"/>
        </a:p>
      </dgm:t>
    </dgm:pt>
    <dgm:pt modelId="{090DD4E9-B088-406E-9311-379EBA0C9507}" type="sibTrans" cxnId="{C06F19C6-5B6C-4313-AE37-AE94B14175FB}">
      <dgm:prSet/>
      <dgm:spPr/>
      <dgm:t>
        <a:bodyPr/>
        <a:lstStyle/>
        <a:p>
          <a:endParaRPr lang="en-US"/>
        </a:p>
      </dgm:t>
    </dgm:pt>
    <dgm:pt modelId="{303BA95F-5A2C-41CF-BD25-5F419988EBFC}" type="pres">
      <dgm:prSet presAssocID="{328FC897-9785-493A-A26C-61411F06CAEA}" presName="root" presStyleCnt="0">
        <dgm:presLayoutVars>
          <dgm:chMax/>
          <dgm:chPref/>
          <dgm:animLvl val="lvl"/>
        </dgm:presLayoutVars>
      </dgm:prSet>
      <dgm:spPr/>
    </dgm:pt>
    <dgm:pt modelId="{DA03969E-1B94-4724-B031-081FE32812F5}" type="pres">
      <dgm:prSet presAssocID="{328FC897-9785-493A-A26C-61411F06CAEA}" presName="divider" presStyleLbl="node1" presStyleIdx="0" presStyleCnt="1"/>
      <dgm:spPr/>
    </dgm:pt>
    <dgm:pt modelId="{65CF0013-EC67-49B8-AC02-FCD59C669EE1}" type="pres">
      <dgm:prSet presAssocID="{328FC897-9785-493A-A26C-61411F06CAEA}" presName="nodes" presStyleCnt="0">
        <dgm:presLayoutVars>
          <dgm:chMax/>
          <dgm:chPref/>
          <dgm:animLvl val="lvl"/>
        </dgm:presLayoutVars>
      </dgm:prSet>
      <dgm:spPr/>
    </dgm:pt>
    <dgm:pt modelId="{11066677-F50D-44D0-8ACA-3F44C238CAA7}" type="pres">
      <dgm:prSet presAssocID="{3EC5465E-E871-4158-99DF-9599F6B9E726}" presName="composite" presStyleCnt="0"/>
      <dgm:spPr/>
    </dgm:pt>
    <dgm:pt modelId="{13BB17A2-AC93-4A1D-88F6-C8829E3F384F}" type="pres">
      <dgm:prSet presAssocID="{3EC5465E-E871-4158-99DF-9599F6B9E726}" presName="L1TextContainer" presStyleLbl="revTx" presStyleIdx="0" presStyleCnt="4">
        <dgm:presLayoutVars>
          <dgm:chMax val="1"/>
          <dgm:chPref val="1"/>
          <dgm:bulletEnabled val="1"/>
        </dgm:presLayoutVars>
      </dgm:prSet>
      <dgm:spPr/>
    </dgm:pt>
    <dgm:pt modelId="{04A590AB-F1F2-406D-8011-82D4BA19D531}" type="pres">
      <dgm:prSet presAssocID="{3EC5465E-E871-4158-99DF-9599F6B9E726}" presName="L2TextContainerWrapper" presStyleCnt="0">
        <dgm:presLayoutVars>
          <dgm:chMax val="0"/>
          <dgm:chPref val="0"/>
          <dgm:bulletEnabled val="1"/>
        </dgm:presLayoutVars>
      </dgm:prSet>
      <dgm:spPr/>
    </dgm:pt>
    <dgm:pt modelId="{5DF0895F-5A3E-44AC-99D1-A2280D679E3E}" type="pres">
      <dgm:prSet presAssocID="{3EC5465E-E871-4158-99DF-9599F6B9E726}" presName="L2TextContainer" presStyleLbl="bgAccFollowNode1" presStyleIdx="0" presStyleCnt="4"/>
      <dgm:spPr/>
    </dgm:pt>
    <dgm:pt modelId="{CE14C7A7-7853-4AB0-A46B-7EC83B1B0BB5}" type="pres">
      <dgm:prSet presAssocID="{3EC5465E-E871-4158-99DF-9599F6B9E726}" presName="FlexibleEmptyPlaceHolder" presStyleCnt="0"/>
      <dgm:spPr/>
    </dgm:pt>
    <dgm:pt modelId="{44AB325C-F56F-4054-856A-4A70A2992750}" type="pres">
      <dgm:prSet presAssocID="{3EC5465E-E871-4158-99DF-9599F6B9E726}" presName="ConnectLine" presStyleLbl="alignNode1" presStyleIdx="0" presStyleCnt="4"/>
      <dgm:spPr>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gm:spPr>
    </dgm:pt>
    <dgm:pt modelId="{6E20354A-B117-40B6-92D1-EEA9C443CAC7}" type="pres">
      <dgm:prSet presAssocID="{3EC5465E-E871-4158-99DF-9599F6B9E726}" presName="ConnectorPoint" presStyleLbl="fgAcc1" presStyleIdx="0" presStyleCnt="4"/>
      <dgm:spPr>
        <a:solidFill>
          <a:schemeClr val="lt1">
            <a:alpha val="90000"/>
            <a:hueOff val="0"/>
            <a:satOff val="0"/>
            <a:lumOff val="0"/>
            <a:alphaOff val="0"/>
          </a:schemeClr>
        </a:solidFill>
        <a:ln w="19050" cap="flat" cmpd="sng" algn="ctr">
          <a:noFill/>
          <a:prstDash val="solid"/>
          <a:miter lim="800000"/>
        </a:ln>
        <a:effectLst/>
      </dgm:spPr>
    </dgm:pt>
    <dgm:pt modelId="{D5DCE700-6825-44DA-A190-2EDE89EF4292}" type="pres">
      <dgm:prSet presAssocID="{3EC5465E-E871-4158-99DF-9599F6B9E726}" presName="EmptyPlaceHolder" presStyleCnt="0"/>
      <dgm:spPr/>
    </dgm:pt>
    <dgm:pt modelId="{8E94F893-C4DD-4EC7-AF3A-AE05700192E0}" type="pres">
      <dgm:prSet presAssocID="{AAC94523-2120-4EA4-8DAB-700D4495C0AE}" presName="spaceBetweenRectangles" presStyleCnt="0"/>
      <dgm:spPr/>
    </dgm:pt>
    <dgm:pt modelId="{7E95C924-BDD6-40D2-942B-DE0AC479E65B}" type="pres">
      <dgm:prSet presAssocID="{DC939ED7-65B3-4C3D-8A84-1B3723B27ECC}" presName="composite" presStyleCnt="0"/>
      <dgm:spPr/>
    </dgm:pt>
    <dgm:pt modelId="{CE11E1AA-799C-432F-A83A-5055296C3678}" type="pres">
      <dgm:prSet presAssocID="{DC939ED7-65B3-4C3D-8A84-1B3723B27ECC}" presName="L1TextContainer" presStyleLbl="revTx" presStyleIdx="1" presStyleCnt="4">
        <dgm:presLayoutVars>
          <dgm:chMax val="1"/>
          <dgm:chPref val="1"/>
          <dgm:bulletEnabled val="1"/>
        </dgm:presLayoutVars>
      </dgm:prSet>
      <dgm:spPr/>
    </dgm:pt>
    <dgm:pt modelId="{9AB7D27A-F826-48F2-B012-F96ADCBA374B}" type="pres">
      <dgm:prSet presAssocID="{DC939ED7-65B3-4C3D-8A84-1B3723B27ECC}" presName="L2TextContainerWrapper" presStyleCnt="0">
        <dgm:presLayoutVars>
          <dgm:chMax val="0"/>
          <dgm:chPref val="0"/>
          <dgm:bulletEnabled val="1"/>
        </dgm:presLayoutVars>
      </dgm:prSet>
      <dgm:spPr/>
    </dgm:pt>
    <dgm:pt modelId="{C762AF22-481E-4B6F-B5A3-7EF07EF478AC}" type="pres">
      <dgm:prSet presAssocID="{DC939ED7-65B3-4C3D-8A84-1B3723B27ECC}" presName="L2TextContainer" presStyleLbl="bgAccFollowNode1" presStyleIdx="1" presStyleCnt="4"/>
      <dgm:spPr/>
    </dgm:pt>
    <dgm:pt modelId="{A657B67A-85E8-433E-ABD4-CD2C3A594D40}" type="pres">
      <dgm:prSet presAssocID="{DC939ED7-65B3-4C3D-8A84-1B3723B27ECC}" presName="FlexibleEmptyPlaceHolder" presStyleCnt="0"/>
      <dgm:spPr/>
    </dgm:pt>
    <dgm:pt modelId="{0284BBB9-E910-46D7-84AB-58509C786D54}" type="pres">
      <dgm:prSet presAssocID="{DC939ED7-65B3-4C3D-8A84-1B3723B27ECC}" presName="ConnectLine" presStyleLbl="alignNode1" presStyleIdx="1" presStyleCnt="4"/>
      <dgm:spPr>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gm:spPr>
    </dgm:pt>
    <dgm:pt modelId="{D9F995A0-4444-413E-A8F6-9D5FBCEA6EF1}" type="pres">
      <dgm:prSet presAssocID="{DC939ED7-65B3-4C3D-8A84-1B3723B27ECC}" presName="ConnectorPoint" presStyleLbl="fgAcc1" presStyleIdx="1" presStyleCnt="4"/>
      <dgm:spPr>
        <a:solidFill>
          <a:schemeClr val="lt1">
            <a:alpha val="90000"/>
            <a:hueOff val="0"/>
            <a:satOff val="0"/>
            <a:lumOff val="0"/>
            <a:alphaOff val="0"/>
          </a:schemeClr>
        </a:solidFill>
        <a:ln w="19050" cap="flat" cmpd="sng" algn="ctr">
          <a:noFill/>
          <a:prstDash val="solid"/>
          <a:miter lim="800000"/>
        </a:ln>
        <a:effectLst/>
      </dgm:spPr>
    </dgm:pt>
    <dgm:pt modelId="{B3752BFE-F607-4CD1-8D5B-EC3C64AF2FF5}" type="pres">
      <dgm:prSet presAssocID="{DC939ED7-65B3-4C3D-8A84-1B3723B27ECC}" presName="EmptyPlaceHolder" presStyleCnt="0"/>
      <dgm:spPr/>
    </dgm:pt>
    <dgm:pt modelId="{7383A5B0-4FC4-4C11-9088-72A2172840D4}" type="pres">
      <dgm:prSet presAssocID="{048E287D-B30C-4801-94EF-E2AC467174FA}" presName="spaceBetweenRectangles" presStyleCnt="0"/>
      <dgm:spPr/>
    </dgm:pt>
    <dgm:pt modelId="{A74EF147-2AB8-4562-A126-449FC13A437D}" type="pres">
      <dgm:prSet presAssocID="{64B50115-464F-4F63-B067-26E678A2C912}" presName="composite" presStyleCnt="0"/>
      <dgm:spPr/>
    </dgm:pt>
    <dgm:pt modelId="{1E0E8CAF-05BF-4E02-A500-39A4031136C7}" type="pres">
      <dgm:prSet presAssocID="{64B50115-464F-4F63-B067-26E678A2C912}" presName="L1TextContainer" presStyleLbl="revTx" presStyleIdx="2" presStyleCnt="4">
        <dgm:presLayoutVars>
          <dgm:chMax val="1"/>
          <dgm:chPref val="1"/>
          <dgm:bulletEnabled val="1"/>
        </dgm:presLayoutVars>
      </dgm:prSet>
      <dgm:spPr/>
    </dgm:pt>
    <dgm:pt modelId="{959BC3F9-947A-43C3-9C77-318323AEFE54}" type="pres">
      <dgm:prSet presAssocID="{64B50115-464F-4F63-B067-26E678A2C912}" presName="L2TextContainerWrapper" presStyleCnt="0">
        <dgm:presLayoutVars>
          <dgm:chMax val="0"/>
          <dgm:chPref val="0"/>
          <dgm:bulletEnabled val="1"/>
        </dgm:presLayoutVars>
      </dgm:prSet>
      <dgm:spPr/>
    </dgm:pt>
    <dgm:pt modelId="{A7957BD4-1E22-43E4-8687-CB589A5C2FE2}" type="pres">
      <dgm:prSet presAssocID="{64B50115-464F-4F63-B067-26E678A2C912}" presName="L2TextContainer" presStyleLbl="bgAccFollowNode1" presStyleIdx="2" presStyleCnt="4"/>
      <dgm:spPr/>
    </dgm:pt>
    <dgm:pt modelId="{44B443AD-FC5C-4E90-9EC2-0154D040C224}" type="pres">
      <dgm:prSet presAssocID="{64B50115-464F-4F63-B067-26E678A2C912}" presName="FlexibleEmptyPlaceHolder" presStyleCnt="0"/>
      <dgm:spPr/>
    </dgm:pt>
    <dgm:pt modelId="{AD001C9D-6D57-47BF-BE5F-051F760732DE}" type="pres">
      <dgm:prSet presAssocID="{64B50115-464F-4F63-B067-26E678A2C912}" presName="ConnectLine" presStyleLbl="alignNode1" presStyleIdx="2" presStyleCnt="4"/>
      <dgm:spPr>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gm:spPr>
    </dgm:pt>
    <dgm:pt modelId="{578B2CCD-657E-418E-967A-35C3CF3A9942}" type="pres">
      <dgm:prSet presAssocID="{64B50115-464F-4F63-B067-26E678A2C912}" presName="ConnectorPoint" presStyleLbl="fgAcc1" presStyleIdx="2" presStyleCnt="4"/>
      <dgm:spPr>
        <a:solidFill>
          <a:schemeClr val="lt1">
            <a:alpha val="90000"/>
            <a:hueOff val="0"/>
            <a:satOff val="0"/>
            <a:lumOff val="0"/>
            <a:alphaOff val="0"/>
          </a:schemeClr>
        </a:solidFill>
        <a:ln w="19050" cap="flat" cmpd="sng" algn="ctr">
          <a:noFill/>
          <a:prstDash val="solid"/>
          <a:miter lim="800000"/>
        </a:ln>
        <a:effectLst/>
      </dgm:spPr>
    </dgm:pt>
    <dgm:pt modelId="{8C1DE13E-AFD5-4EB1-BC0A-3385B0FF1B8B}" type="pres">
      <dgm:prSet presAssocID="{64B50115-464F-4F63-B067-26E678A2C912}" presName="EmptyPlaceHolder" presStyleCnt="0"/>
      <dgm:spPr/>
    </dgm:pt>
    <dgm:pt modelId="{4E836931-F6AB-4DE7-AE5F-8188863771FE}" type="pres">
      <dgm:prSet presAssocID="{3FD58C0C-0F01-491C-B587-22BD569C0732}" presName="spaceBetweenRectangles" presStyleCnt="0"/>
      <dgm:spPr/>
    </dgm:pt>
    <dgm:pt modelId="{104BAD70-BE4D-44BA-8E10-A5E42680C82C}" type="pres">
      <dgm:prSet presAssocID="{F3DB6E9B-8631-42F7-9C6C-0B3E922486B4}" presName="composite" presStyleCnt="0"/>
      <dgm:spPr/>
    </dgm:pt>
    <dgm:pt modelId="{BC875206-8B7C-4DE0-8916-9C118FB3A623}" type="pres">
      <dgm:prSet presAssocID="{F3DB6E9B-8631-42F7-9C6C-0B3E922486B4}" presName="L1TextContainer" presStyleLbl="revTx" presStyleIdx="3" presStyleCnt="4">
        <dgm:presLayoutVars>
          <dgm:chMax val="1"/>
          <dgm:chPref val="1"/>
          <dgm:bulletEnabled val="1"/>
        </dgm:presLayoutVars>
      </dgm:prSet>
      <dgm:spPr/>
    </dgm:pt>
    <dgm:pt modelId="{6E64B418-E867-4D6E-B501-6FD89E21DA35}" type="pres">
      <dgm:prSet presAssocID="{F3DB6E9B-8631-42F7-9C6C-0B3E922486B4}" presName="L2TextContainerWrapper" presStyleCnt="0">
        <dgm:presLayoutVars>
          <dgm:chMax val="0"/>
          <dgm:chPref val="0"/>
          <dgm:bulletEnabled val="1"/>
        </dgm:presLayoutVars>
      </dgm:prSet>
      <dgm:spPr/>
    </dgm:pt>
    <dgm:pt modelId="{90FDAAE9-A74F-47F1-A2C1-BA14DAA1EB8C}" type="pres">
      <dgm:prSet presAssocID="{F3DB6E9B-8631-42F7-9C6C-0B3E922486B4}" presName="L2TextContainer" presStyleLbl="bgAccFollowNode1" presStyleIdx="3" presStyleCnt="4"/>
      <dgm:spPr/>
    </dgm:pt>
    <dgm:pt modelId="{8D330058-A4D3-41F7-B3C4-FD5342C77F36}" type="pres">
      <dgm:prSet presAssocID="{F3DB6E9B-8631-42F7-9C6C-0B3E922486B4}" presName="FlexibleEmptyPlaceHolder" presStyleCnt="0"/>
      <dgm:spPr/>
    </dgm:pt>
    <dgm:pt modelId="{ABF9AE61-5B36-4E31-BC60-16B30FC7E638}" type="pres">
      <dgm:prSet presAssocID="{F3DB6E9B-8631-42F7-9C6C-0B3E922486B4}" presName="ConnectLine" presStyleLbl="alignNode1" presStyleIdx="3" presStyleCnt="4"/>
      <dgm:spPr>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gm:spPr>
    </dgm:pt>
    <dgm:pt modelId="{44A4357D-FEF1-4AA6-A028-43592FD4A32E}" type="pres">
      <dgm:prSet presAssocID="{F3DB6E9B-8631-42F7-9C6C-0B3E922486B4}" presName="ConnectorPoint" presStyleLbl="fgAcc1" presStyleIdx="3" presStyleCnt="4"/>
      <dgm:spPr>
        <a:solidFill>
          <a:schemeClr val="lt1">
            <a:alpha val="90000"/>
            <a:hueOff val="0"/>
            <a:satOff val="0"/>
            <a:lumOff val="0"/>
            <a:alphaOff val="0"/>
          </a:schemeClr>
        </a:solidFill>
        <a:ln w="19050" cap="flat" cmpd="sng" algn="ctr">
          <a:noFill/>
          <a:prstDash val="solid"/>
          <a:miter lim="800000"/>
        </a:ln>
        <a:effectLst/>
      </dgm:spPr>
    </dgm:pt>
    <dgm:pt modelId="{97FC09C4-6B43-4326-9DB0-C70A7C368468}" type="pres">
      <dgm:prSet presAssocID="{F3DB6E9B-8631-42F7-9C6C-0B3E922486B4}" presName="EmptyPlaceHolder" presStyleCnt="0"/>
      <dgm:spPr/>
    </dgm:pt>
  </dgm:ptLst>
  <dgm:cxnLst>
    <dgm:cxn modelId="{49F6C802-5021-47E3-BB08-4A7B63F57A0E}" srcId="{328FC897-9785-493A-A26C-61411F06CAEA}" destId="{F3DB6E9B-8631-42F7-9C6C-0B3E922486B4}" srcOrd="3" destOrd="0" parTransId="{0C8FE5C1-F371-4DCE-9B41-DACF5D53A452}" sibTransId="{D93FEBA8-F40E-43E0-8D96-6CD96CD73F8F}"/>
    <dgm:cxn modelId="{10C65509-CEA3-473D-ADAF-CA2D6B824634}" type="presOf" srcId="{DC939ED7-65B3-4C3D-8A84-1B3723B27ECC}" destId="{CE11E1AA-799C-432F-A83A-5055296C3678}" srcOrd="0" destOrd="0" presId="urn:microsoft.com/office/officeart/2017/3/layout/HorizontalPathTimeline"/>
    <dgm:cxn modelId="{DA20570F-C441-48F3-922F-0DC041B24FC2}" type="presOf" srcId="{F3DB6E9B-8631-42F7-9C6C-0B3E922486B4}" destId="{BC875206-8B7C-4DE0-8916-9C118FB3A623}" srcOrd="0" destOrd="0" presId="urn:microsoft.com/office/officeart/2017/3/layout/HorizontalPathTimeline"/>
    <dgm:cxn modelId="{7D9DEC2B-956C-4B22-993B-B426A8F51B0B}" type="presOf" srcId="{6F4F49AF-32B7-48A8-ACFF-6049BAE2B5F4}" destId="{C762AF22-481E-4B6F-B5A3-7EF07EF478AC}" srcOrd="0" destOrd="0" presId="urn:microsoft.com/office/officeart/2017/3/layout/HorizontalPathTimeline"/>
    <dgm:cxn modelId="{5CF8E564-7F82-49DC-9069-17D8EC560638}" srcId="{64B50115-464F-4F63-B067-26E678A2C912}" destId="{24175172-9F81-4823-961A-CD64FB5BEC18}" srcOrd="0" destOrd="0" parTransId="{9EF679AE-1B06-43B2-A4A9-D44A983293E0}" sibTransId="{16B6CA47-5670-41B0-98F4-2DC796763A5A}"/>
    <dgm:cxn modelId="{8DED2379-1D60-44C6-B462-0C1E82FB9BF2}" type="presOf" srcId="{8206EB6C-F233-44F7-82CF-3CFE42E6362F}" destId="{5DF0895F-5A3E-44AC-99D1-A2280D679E3E}" srcOrd="0" destOrd="0" presId="urn:microsoft.com/office/officeart/2017/3/layout/HorizontalPathTimeline"/>
    <dgm:cxn modelId="{02383D83-64A4-4896-B55D-DEEC0DC00C72}" srcId="{3EC5465E-E871-4158-99DF-9599F6B9E726}" destId="{8206EB6C-F233-44F7-82CF-3CFE42E6362F}" srcOrd="0" destOrd="0" parTransId="{ABE5AECF-C713-4832-8B25-0F3D74101920}" sibTransId="{142FA12E-CAAB-4D25-8C93-A9700FD8F07F}"/>
    <dgm:cxn modelId="{0DC25C8C-006A-4598-87F0-C56DB2456EA0}" srcId="{328FC897-9785-493A-A26C-61411F06CAEA}" destId="{3EC5465E-E871-4158-99DF-9599F6B9E726}" srcOrd="0" destOrd="0" parTransId="{0D39A472-1AC1-46BA-AB5E-9CE0A85AF1AC}" sibTransId="{AAC94523-2120-4EA4-8DAB-700D4495C0AE}"/>
    <dgm:cxn modelId="{4A15B397-4C54-40ED-BC86-4E07289A6C74}" srcId="{328FC897-9785-493A-A26C-61411F06CAEA}" destId="{DC939ED7-65B3-4C3D-8A84-1B3723B27ECC}" srcOrd="1" destOrd="0" parTransId="{958A4CAA-B3FD-4316-B6A5-EFC341B87C98}" sibTransId="{048E287D-B30C-4801-94EF-E2AC467174FA}"/>
    <dgm:cxn modelId="{AEB6B49E-B196-4376-B0EA-AF830187C1C4}" type="presOf" srcId="{328FC897-9785-493A-A26C-61411F06CAEA}" destId="{303BA95F-5A2C-41CF-BD25-5F419988EBFC}" srcOrd="0" destOrd="0" presId="urn:microsoft.com/office/officeart/2017/3/layout/HorizontalPathTimeline"/>
    <dgm:cxn modelId="{FF2B50AB-2E0D-4EF6-B2B5-FF6EAC007A4F}" type="presOf" srcId="{24175172-9F81-4823-961A-CD64FB5BEC18}" destId="{A7957BD4-1E22-43E4-8687-CB589A5C2FE2}" srcOrd="0" destOrd="0" presId="urn:microsoft.com/office/officeart/2017/3/layout/HorizontalPathTimeline"/>
    <dgm:cxn modelId="{AEBB73B2-B31F-4D77-852B-601123CEB4F9}" type="presOf" srcId="{20F93237-9439-4354-8ABA-74F5A72FE0A9}" destId="{90FDAAE9-A74F-47F1-A2C1-BA14DAA1EB8C}" srcOrd="0" destOrd="0" presId="urn:microsoft.com/office/officeart/2017/3/layout/HorizontalPathTimeline"/>
    <dgm:cxn modelId="{C06F19C6-5B6C-4313-AE37-AE94B14175FB}" srcId="{F3DB6E9B-8631-42F7-9C6C-0B3E922486B4}" destId="{20F93237-9439-4354-8ABA-74F5A72FE0A9}" srcOrd="0" destOrd="0" parTransId="{53A136EE-16BC-41BA-BEB1-DEF928872DF5}" sibTransId="{090DD4E9-B088-406E-9311-379EBA0C9507}"/>
    <dgm:cxn modelId="{4C66C9DD-E078-450B-8A39-B287E482D7DF}" srcId="{DC939ED7-65B3-4C3D-8A84-1B3723B27ECC}" destId="{6F4F49AF-32B7-48A8-ACFF-6049BAE2B5F4}" srcOrd="0" destOrd="0" parTransId="{54E12E78-0F51-45A4-A3B3-103C24CE1C9E}" sibTransId="{B572308D-A785-40CD-93FF-07B24ACEF040}"/>
    <dgm:cxn modelId="{C175A6EA-03B4-4DB2-8AD2-E77725AB62FD}" type="presOf" srcId="{3EC5465E-E871-4158-99DF-9599F6B9E726}" destId="{13BB17A2-AC93-4A1D-88F6-C8829E3F384F}" srcOrd="0" destOrd="0" presId="urn:microsoft.com/office/officeart/2017/3/layout/HorizontalPathTimeline"/>
    <dgm:cxn modelId="{66BA64F0-8EDF-491B-8FA2-C1FCB530265E}" srcId="{328FC897-9785-493A-A26C-61411F06CAEA}" destId="{64B50115-464F-4F63-B067-26E678A2C912}" srcOrd="2" destOrd="0" parTransId="{41C03FE3-ADEB-4F27-BB4D-B02604BBA8E5}" sibTransId="{3FD58C0C-0F01-491C-B587-22BD569C0732}"/>
    <dgm:cxn modelId="{59488AF6-C80B-48FC-8805-0A759970A845}" type="presOf" srcId="{64B50115-464F-4F63-B067-26E678A2C912}" destId="{1E0E8CAF-05BF-4E02-A500-39A4031136C7}" srcOrd="0" destOrd="0" presId="urn:microsoft.com/office/officeart/2017/3/layout/HorizontalPathTimeline"/>
    <dgm:cxn modelId="{6F037868-DA45-412C-A565-420ADAC9B1BF}" type="presParOf" srcId="{303BA95F-5A2C-41CF-BD25-5F419988EBFC}" destId="{DA03969E-1B94-4724-B031-081FE32812F5}" srcOrd="0" destOrd="0" presId="urn:microsoft.com/office/officeart/2017/3/layout/HorizontalPathTimeline"/>
    <dgm:cxn modelId="{0A2693E8-855B-4CE3-8296-FB5147D76B68}" type="presParOf" srcId="{303BA95F-5A2C-41CF-BD25-5F419988EBFC}" destId="{65CF0013-EC67-49B8-AC02-FCD59C669EE1}" srcOrd="1" destOrd="0" presId="urn:microsoft.com/office/officeart/2017/3/layout/HorizontalPathTimeline"/>
    <dgm:cxn modelId="{1C036616-AA43-4EE6-8C97-5D169ACB0632}" type="presParOf" srcId="{65CF0013-EC67-49B8-AC02-FCD59C669EE1}" destId="{11066677-F50D-44D0-8ACA-3F44C238CAA7}" srcOrd="0" destOrd="0" presId="urn:microsoft.com/office/officeart/2017/3/layout/HorizontalPathTimeline"/>
    <dgm:cxn modelId="{5AEB0951-E17E-4D34-9E8D-0FBF6E838BA6}" type="presParOf" srcId="{11066677-F50D-44D0-8ACA-3F44C238CAA7}" destId="{13BB17A2-AC93-4A1D-88F6-C8829E3F384F}" srcOrd="0" destOrd="0" presId="urn:microsoft.com/office/officeart/2017/3/layout/HorizontalPathTimeline"/>
    <dgm:cxn modelId="{F70D4D1E-2DBD-48E4-B139-C1769769A93C}" type="presParOf" srcId="{11066677-F50D-44D0-8ACA-3F44C238CAA7}" destId="{04A590AB-F1F2-406D-8011-82D4BA19D531}" srcOrd="1" destOrd="0" presId="urn:microsoft.com/office/officeart/2017/3/layout/HorizontalPathTimeline"/>
    <dgm:cxn modelId="{665E98EB-C2AA-49B9-8D28-9A9E8F721F03}" type="presParOf" srcId="{04A590AB-F1F2-406D-8011-82D4BA19D531}" destId="{5DF0895F-5A3E-44AC-99D1-A2280D679E3E}" srcOrd="0" destOrd="0" presId="urn:microsoft.com/office/officeart/2017/3/layout/HorizontalPathTimeline"/>
    <dgm:cxn modelId="{93CA465A-9A4E-4D4A-A7AB-44C6938F0191}" type="presParOf" srcId="{04A590AB-F1F2-406D-8011-82D4BA19D531}" destId="{CE14C7A7-7853-4AB0-A46B-7EC83B1B0BB5}" srcOrd="1" destOrd="0" presId="urn:microsoft.com/office/officeart/2017/3/layout/HorizontalPathTimeline"/>
    <dgm:cxn modelId="{66842626-EBB7-4ED9-A2A7-D58D2E2B785C}" type="presParOf" srcId="{11066677-F50D-44D0-8ACA-3F44C238CAA7}" destId="{44AB325C-F56F-4054-856A-4A70A2992750}" srcOrd="2" destOrd="0" presId="urn:microsoft.com/office/officeart/2017/3/layout/HorizontalPathTimeline"/>
    <dgm:cxn modelId="{0B5D2594-DBEF-447C-98CB-CC1D89EEF0C1}" type="presParOf" srcId="{11066677-F50D-44D0-8ACA-3F44C238CAA7}" destId="{6E20354A-B117-40B6-92D1-EEA9C443CAC7}" srcOrd="3" destOrd="0" presId="urn:microsoft.com/office/officeart/2017/3/layout/HorizontalPathTimeline"/>
    <dgm:cxn modelId="{03095867-F65F-483D-808A-4D9319509BA4}" type="presParOf" srcId="{11066677-F50D-44D0-8ACA-3F44C238CAA7}" destId="{D5DCE700-6825-44DA-A190-2EDE89EF4292}" srcOrd="4" destOrd="0" presId="urn:microsoft.com/office/officeart/2017/3/layout/HorizontalPathTimeline"/>
    <dgm:cxn modelId="{6ACFB671-F3D2-4C7F-9BD4-CA4B7ABBC5A8}" type="presParOf" srcId="{65CF0013-EC67-49B8-AC02-FCD59C669EE1}" destId="{8E94F893-C4DD-4EC7-AF3A-AE05700192E0}" srcOrd="1" destOrd="0" presId="urn:microsoft.com/office/officeart/2017/3/layout/HorizontalPathTimeline"/>
    <dgm:cxn modelId="{9AF4581A-A4AF-4812-A318-A9820D3631AC}" type="presParOf" srcId="{65CF0013-EC67-49B8-AC02-FCD59C669EE1}" destId="{7E95C924-BDD6-40D2-942B-DE0AC479E65B}" srcOrd="2" destOrd="0" presId="urn:microsoft.com/office/officeart/2017/3/layout/HorizontalPathTimeline"/>
    <dgm:cxn modelId="{46AD0666-C28B-4CE9-B9B0-002A77660382}" type="presParOf" srcId="{7E95C924-BDD6-40D2-942B-DE0AC479E65B}" destId="{CE11E1AA-799C-432F-A83A-5055296C3678}" srcOrd="0" destOrd="0" presId="urn:microsoft.com/office/officeart/2017/3/layout/HorizontalPathTimeline"/>
    <dgm:cxn modelId="{A6974E72-025B-496C-9BAC-79F18120AB60}" type="presParOf" srcId="{7E95C924-BDD6-40D2-942B-DE0AC479E65B}" destId="{9AB7D27A-F826-48F2-B012-F96ADCBA374B}" srcOrd="1" destOrd="0" presId="urn:microsoft.com/office/officeart/2017/3/layout/HorizontalPathTimeline"/>
    <dgm:cxn modelId="{3599E078-AB7D-4418-AAA6-92417D156B7C}" type="presParOf" srcId="{9AB7D27A-F826-48F2-B012-F96ADCBA374B}" destId="{C762AF22-481E-4B6F-B5A3-7EF07EF478AC}" srcOrd="0" destOrd="0" presId="urn:microsoft.com/office/officeart/2017/3/layout/HorizontalPathTimeline"/>
    <dgm:cxn modelId="{31BC1AB2-3BDC-499F-9629-630E3803C275}" type="presParOf" srcId="{9AB7D27A-F826-48F2-B012-F96ADCBA374B}" destId="{A657B67A-85E8-433E-ABD4-CD2C3A594D40}" srcOrd="1" destOrd="0" presId="urn:microsoft.com/office/officeart/2017/3/layout/HorizontalPathTimeline"/>
    <dgm:cxn modelId="{4B0DACC7-14D1-48E1-829B-6367F713B3E6}" type="presParOf" srcId="{7E95C924-BDD6-40D2-942B-DE0AC479E65B}" destId="{0284BBB9-E910-46D7-84AB-58509C786D54}" srcOrd="2" destOrd="0" presId="urn:microsoft.com/office/officeart/2017/3/layout/HorizontalPathTimeline"/>
    <dgm:cxn modelId="{458A4799-6B8C-433A-8166-A40FA7BC1BB0}" type="presParOf" srcId="{7E95C924-BDD6-40D2-942B-DE0AC479E65B}" destId="{D9F995A0-4444-413E-A8F6-9D5FBCEA6EF1}" srcOrd="3" destOrd="0" presId="urn:microsoft.com/office/officeart/2017/3/layout/HorizontalPathTimeline"/>
    <dgm:cxn modelId="{208B24A6-F903-4053-A2BC-7376A65712A4}" type="presParOf" srcId="{7E95C924-BDD6-40D2-942B-DE0AC479E65B}" destId="{B3752BFE-F607-4CD1-8D5B-EC3C64AF2FF5}" srcOrd="4" destOrd="0" presId="urn:microsoft.com/office/officeart/2017/3/layout/HorizontalPathTimeline"/>
    <dgm:cxn modelId="{0FE77E12-033E-4056-B15B-65356E708322}" type="presParOf" srcId="{65CF0013-EC67-49B8-AC02-FCD59C669EE1}" destId="{7383A5B0-4FC4-4C11-9088-72A2172840D4}" srcOrd="3" destOrd="0" presId="urn:microsoft.com/office/officeart/2017/3/layout/HorizontalPathTimeline"/>
    <dgm:cxn modelId="{1624E407-6B24-450B-A1EF-60756AFF8D62}" type="presParOf" srcId="{65CF0013-EC67-49B8-AC02-FCD59C669EE1}" destId="{A74EF147-2AB8-4562-A126-449FC13A437D}" srcOrd="4" destOrd="0" presId="urn:microsoft.com/office/officeart/2017/3/layout/HorizontalPathTimeline"/>
    <dgm:cxn modelId="{5E7D4572-F0DF-4784-BC22-7907FBFB19A3}" type="presParOf" srcId="{A74EF147-2AB8-4562-A126-449FC13A437D}" destId="{1E0E8CAF-05BF-4E02-A500-39A4031136C7}" srcOrd="0" destOrd="0" presId="urn:microsoft.com/office/officeart/2017/3/layout/HorizontalPathTimeline"/>
    <dgm:cxn modelId="{DCACB174-2A24-40B0-85DB-784095EEF29D}" type="presParOf" srcId="{A74EF147-2AB8-4562-A126-449FC13A437D}" destId="{959BC3F9-947A-43C3-9C77-318323AEFE54}" srcOrd="1" destOrd="0" presId="urn:microsoft.com/office/officeart/2017/3/layout/HorizontalPathTimeline"/>
    <dgm:cxn modelId="{B0CB3D8E-A310-4E59-AB8A-92A67F742A7C}" type="presParOf" srcId="{959BC3F9-947A-43C3-9C77-318323AEFE54}" destId="{A7957BD4-1E22-43E4-8687-CB589A5C2FE2}" srcOrd="0" destOrd="0" presId="urn:microsoft.com/office/officeart/2017/3/layout/HorizontalPathTimeline"/>
    <dgm:cxn modelId="{25D5EAAB-B8DA-4236-814C-46B901C59FE9}" type="presParOf" srcId="{959BC3F9-947A-43C3-9C77-318323AEFE54}" destId="{44B443AD-FC5C-4E90-9EC2-0154D040C224}" srcOrd="1" destOrd="0" presId="urn:microsoft.com/office/officeart/2017/3/layout/HorizontalPathTimeline"/>
    <dgm:cxn modelId="{2AB5B71D-C442-4086-82D0-F67F2E13BD7B}" type="presParOf" srcId="{A74EF147-2AB8-4562-A126-449FC13A437D}" destId="{AD001C9D-6D57-47BF-BE5F-051F760732DE}" srcOrd="2" destOrd="0" presId="urn:microsoft.com/office/officeart/2017/3/layout/HorizontalPathTimeline"/>
    <dgm:cxn modelId="{C31EAE60-DB91-441B-A8CF-8962E4C5078C}" type="presParOf" srcId="{A74EF147-2AB8-4562-A126-449FC13A437D}" destId="{578B2CCD-657E-418E-967A-35C3CF3A9942}" srcOrd="3" destOrd="0" presId="urn:microsoft.com/office/officeart/2017/3/layout/HorizontalPathTimeline"/>
    <dgm:cxn modelId="{B305F49A-57BF-429F-BA3E-08A8134D3AB1}" type="presParOf" srcId="{A74EF147-2AB8-4562-A126-449FC13A437D}" destId="{8C1DE13E-AFD5-4EB1-BC0A-3385B0FF1B8B}" srcOrd="4" destOrd="0" presId="urn:microsoft.com/office/officeart/2017/3/layout/HorizontalPathTimeline"/>
    <dgm:cxn modelId="{7D1F1992-F015-4FC8-8577-577F9B65AE80}" type="presParOf" srcId="{65CF0013-EC67-49B8-AC02-FCD59C669EE1}" destId="{4E836931-F6AB-4DE7-AE5F-8188863771FE}" srcOrd="5" destOrd="0" presId="urn:microsoft.com/office/officeart/2017/3/layout/HorizontalPathTimeline"/>
    <dgm:cxn modelId="{599668B7-A9DC-4436-B80D-DDD00081F607}" type="presParOf" srcId="{65CF0013-EC67-49B8-AC02-FCD59C669EE1}" destId="{104BAD70-BE4D-44BA-8E10-A5E42680C82C}" srcOrd="6" destOrd="0" presId="urn:microsoft.com/office/officeart/2017/3/layout/HorizontalPathTimeline"/>
    <dgm:cxn modelId="{283FC06B-5374-4CF8-B921-6C5C63C228FC}" type="presParOf" srcId="{104BAD70-BE4D-44BA-8E10-A5E42680C82C}" destId="{BC875206-8B7C-4DE0-8916-9C118FB3A623}" srcOrd="0" destOrd="0" presId="urn:microsoft.com/office/officeart/2017/3/layout/HorizontalPathTimeline"/>
    <dgm:cxn modelId="{58E7361D-E49A-454D-84F1-F1BA4DF4ACFF}" type="presParOf" srcId="{104BAD70-BE4D-44BA-8E10-A5E42680C82C}" destId="{6E64B418-E867-4D6E-B501-6FD89E21DA35}" srcOrd="1" destOrd="0" presId="urn:microsoft.com/office/officeart/2017/3/layout/HorizontalPathTimeline"/>
    <dgm:cxn modelId="{244A50C0-AB81-4BE8-9CAD-6D88B641F245}" type="presParOf" srcId="{6E64B418-E867-4D6E-B501-6FD89E21DA35}" destId="{90FDAAE9-A74F-47F1-A2C1-BA14DAA1EB8C}" srcOrd="0" destOrd="0" presId="urn:microsoft.com/office/officeart/2017/3/layout/HorizontalPathTimeline"/>
    <dgm:cxn modelId="{486F55FF-A66A-4AC1-9AF1-4EFD74F9AD44}" type="presParOf" srcId="{6E64B418-E867-4D6E-B501-6FD89E21DA35}" destId="{8D330058-A4D3-41F7-B3C4-FD5342C77F36}" srcOrd="1" destOrd="0" presId="urn:microsoft.com/office/officeart/2017/3/layout/HorizontalPathTimeline"/>
    <dgm:cxn modelId="{D89AE1D7-E9C0-4E98-9568-A0C6FD12E6B8}" type="presParOf" srcId="{104BAD70-BE4D-44BA-8E10-A5E42680C82C}" destId="{ABF9AE61-5B36-4E31-BC60-16B30FC7E638}" srcOrd="2" destOrd="0" presId="urn:microsoft.com/office/officeart/2017/3/layout/HorizontalPathTimeline"/>
    <dgm:cxn modelId="{8FDD9C59-6F24-4B94-AD65-114A4B32D4D5}" type="presParOf" srcId="{104BAD70-BE4D-44BA-8E10-A5E42680C82C}" destId="{44A4357D-FEF1-4AA6-A028-43592FD4A32E}" srcOrd="3" destOrd="0" presId="urn:microsoft.com/office/officeart/2017/3/layout/HorizontalPathTimeline"/>
    <dgm:cxn modelId="{59AFC882-C074-4556-BBE4-6430835FADDA}" type="presParOf" srcId="{104BAD70-BE4D-44BA-8E10-A5E42680C82C}" destId="{97FC09C4-6B43-4326-9DB0-C70A7C368468}" srcOrd="4" destOrd="0" presId="urn:microsoft.com/office/officeart/2017/3/layout/HorizontalPath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51E20B6-B51D-484F-875B-5E216137858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AF8AE78-2DFF-478B-A197-F48B9447746C}">
      <dgm:prSet/>
      <dgm:spPr/>
      <dgm:t>
        <a:bodyPr/>
        <a:lstStyle/>
        <a:p>
          <a:pPr>
            <a:lnSpc>
              <a:spcPct val="100000"/>
            </a:lnSpc>
          </a:pPr>
          <a:r>
            <a:rPr lang="es-CL"/>
            <a:t>Lenguaje: Python para todo el análisis de datos y lógica del modelo.</a:t>
          </a:r>
          <a:endParaRPr lang="en-US"/>
        </a:p>
      </dgm:t>
    </dgm:pt>
    <dgm:pt modelId="{436795B3-9FA7-4A43-85EE-58D1D88EF985}" type="parTrans" cxnId="{8E5E836B-9F82-4CE3-9082-2EBC66012A31}">
      <dgm:prSet/>
      <dgm:spPr/>
      <dgm:t>
        <a:bodyPr/>
        <a:lstStyle/>
        <a:p>
          <a:endParaRPr lang="en-US"/>
        </a:p>
      </dgm:t>
    </dgm:pt>
    <dgm:pt modelId="{01219F65-7B8D-4EFC-ADC0-AE8CCDF5217D}" type="sibTrans" cxnId="{8E5E836B-9F82-4CE3-9082-2EBC66012A31}">
      <dgm:prSet/>
      <dgm:spPr/>
      <dgm:t>
        <a:bodyPr/>
        <a:lstStyle/>
        <a:p>
          <a:endParaRPr lang="en-US"/>
        </a:p>
      </dgm:t>
    </dgm:pt>
    <dgm:pt modelId="{F690ED0B-9199-4E1E-BEE3-053DFBCD0644}">
      <dgm:prSet/>
      <dgm:spPr/>
      <dgm:t>
        <a:bodyPr/>
        <a:lstStyle/>
        <a:p>
          <a:pPr>
            <a:lnSpc>
              <a:spcPct val="100000"/>
            </a:lnSpc>
          </a:pPr>
          <a:r>
            <a:rPr lang="es-CL"/>
            <a:t>Librerías: Scikit-Learn para algoritmos de IA; Pandas y NumPy para manipulación de datos.</a:t>
          </a:r>
          <a:endParaRPr lang="en-US"/>
        </a:p>
      </dgm:t>
    </dgm:pt>
    <dgm:pt modelId="{228C70D7-66D1-4E74-A0F9-2B09FBF9F21E}" type="parTrans" cxnId="{DB103A81-8286-4322-879B-833EC74694AF}">
      <dgm:prSet/>
      <dgm:spPr/>
      <dgm:t>
        <a:bodyPr/>
        <a:lstStyle/>
        <a:p>
          <a:endParaRPr lang="en-US"/>
        </a:p>
      </dgm:t>
    </dgm:pt>
    <dgm:pt modelId="{412A5AF9-F6AF-457F-A2AE-A80129DFC82B}" type="sibTrans" cxnId="{DB103A81-8286-4322-879B-833EC74694AF}">
      <dgm:prSet/>
      <dgm:spPr/>
      <dgm:t>
        <a:bodyPr/>
        <a:lstStyle/>
        <a:p>
          <a:endParaRPr lang="en-US"/>
        </a:p>
      </dgm:t>
    </dgm:pt>
    <dgm:pt modelId="{1DBBC388-C27E-4C6E-A176-2F6FC7273355}">
      <dgm:prSet/>
      <dgm:spPr/>
      <dgm:t>
        <a:bodyPr/>
        <a:lstStyle/>
        <a:p>
          <a:pPr>
            <a:lnSpc>
              <a:spcPct val="100000"/>
            </a:lnSpc>
          </a:pPr>
          <a:r>
            <a:rPr lang="es-CL"/>
            <a:t>Entornos: Google Colab para modelado y VS Code para el desarrollo de la interfaz.</a:t>
          </a:r>
          <a:endParaRPr lang="en-US"/>
        </a:p>
      </dgm:t>
    </dgm:pt>
    <dgm:pt modelId="{14764DE4-FC6F-47C6-B8DE-C727E30001F1}" type="parTrans" cxnId="{7D84CF45-8BF4-49ED-906C-67EB0ED4B710}">
      <dgm:prSet/>
      <dgm:spPr/>
      <dgm:t>
        <a:bodyPr/>
        <a:lstStyle/>
        <a:p>
          <a:endParaRPr lang="en-US"/>
        </a:p>
      </dgm:t>
    </dgm:pt>
    <dgm:pt modelId="{464AF3D8-C00A-4831-AD90-F119FC82A5F3}" type="sibTrans" cxnId="{7D84CF45-8BF4-49ED-906C-67EB0ED4B710}">
      <dgm:prSet/>
      <dgm:spPr/>
      <dgm:t>
        <a:bodyPr/>
        <a:lstStyle/>
        <a:p>
          <a:endParaRPr lang="en-US"/>
        </a:p>
      </dgm:t>
    </dgm:pt>
    <dgm:pt modelId="{8ADFA421-7570-485A-A8A9-5F5EB3C7B461}">
      <dgm:prSet/>
      <dgm:spPr/>
      <dgm:t>
        <a:bodyPr/>
        <a:lstStyle/>
        <a:p>
          <a:pPr>
            <a:lnSpc>
              <a:spcPct val="100000"/>
            </a:lnSpc>
          </a:pPr>
          <a:r>
            <a:rPr lang="es-CL"/>
            <a:t>Visualización: Power BI para el análisis de indicadores.</a:t>
          </a:r>
          <a:endParaRPr lang="en-US"/>
        </a:p>
      </dgm:t>
    </dgm:pt>
    <dgm:pt modelId="{B49CB2C5-15F8-41DE-BC5A-B18152BDA698}" type="parTrans" cxnId="{A1B07D74-E796-4B3C-A6E4-37D6B8C9373D}">
      <dgm:prSet/>
      <dgm:spPr/>
      <dgm:t>
        <a:bodyPr/>
        <a:lstStyle/>
        <a:p>
          <a:endParaRPr lang="en-US"/>
        </a:p>
      </dgm:t>
    </dgm:pt>
    <dgm:pt modelId="{FA7BB5B2-5CD2-460C-8CCF-C46E380D26D0}" type="sibTrans" cxnId="{A1B07D74-E796-4B3C-A6E4-37D6B8C9373D}">
      <dgm:prSet/>
      <dgm:spPr/>
      <dgm:t>
        <a:bodyPr/>
        <a:lstStyle/>
        <a:p>
          <a:endParaRPr lang="en-US"/>
        </a:p>
      </dgm:t>
    </dgm:pt>
    <dgm:pt modelId="{56DF0309-A0CB-4435-BB9C-BA91AB325AEE}" type="pres">
      <dgm:prSet presAssocID="{151E20B6-B51D-484F-875B-5E2161378585}" presName="root" presStyleCnt="0">
        <dgm:presLayoutVars>
          <dgm:dir/>
          <dgm:resizeHandles val="exact"/>
        </dgm:presLayoutVars>
      </dgm:prSet>
      <dgm:spPr/>
    </dgm:pt>
    <dgm:pt modelId="{AAAA00B7-DE47-4046-9CEE-A99F522BBFEB}" type="pres">
      <dgm:prSet presAssocID="{2AF8AE78-2DFF-478B-A197-F48B9447746C}" presName="compNode" presStyleCnt="0"/>
      <dgm:spPr/>
    </dgm:pt>
    <dgm:pt modelId="{E32B3B81-BDBD-4ECB-8414-2D155E716C52}" type="pres">
      <dgm:prSet presAssocID="{2AF8AE78-2DFF-478B-A197-F48B9447746C}" presName="bgRect" presStyleLbl="bgShp" presStyleIdx="0" presStyleCnt="4"/>
      <dgm:spPr/>
    </dgm:pt>
    <dgm:pt modelId="{3A420BCB-C404-466A-AAA3-FF0263E4A248}" type="pres">
      <dgm:prSet presAssocID="{2AF8AE78-2DFF-478B-A197-F48B9447746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cesador"/>
        </a:ext>
      </dgm:extLst>
    </dgm:pt>
    <dgm:pt modelId="{BFD5568A-632A-44DB-BDE4-EE9846B482EF}" type="pres">
      <dgm:prSet presAssocID="{2AF8AE78-2DFF-478B-A197-F48B9447746C}" presName="spaceRect" presStyleCnt="0"/>
      <dgm:spPr/>
    </dgm:pt>
    <dgm:pt modelId="{809801F3-8655-4E4C-B3AB-026A158FE8A5}" type="pres">
      <dgm:prSet presAssocID="{2AF8AE78-2DFF-478B-A197-F48B9447746C}" presName="parTx" presStyleLbl="revTx" presStyleIdx="0" presStyleCnt="4">
        <dgm:presLayoutVars>
          <dgm:chMax val="0"/>
          <dgm:chPref val="0"/>
        </dgm:presLayoutVars>
      </dgm:prSet>
      <dgm:spPr/>
    </dgm:pt>
    <dgm:pt modelId="{40F3A8AC-5D65-4C28-ADB1-68E0A339BC58}" type="pres">
      <dgm:prSet presAssocID="{01219F65-7B8D-4EFC-ADC0-AE8CCDF5217D}" presName="sibTrans" presStyleCnt="0"/>
      <dgm:spPr/>
    </dgm:pt>
    <dgm:pt modelId="{D44BEE57-AA14-4571-873F-13448E609AFA}" type="pres">
      <dgm:prSet presAssocID="{F690ED0B-9199-4E1E-BEE3-053DFBCD0644}" presName="compNode" presStyleCnt="0"/>
      <dgm:spPr/>
    </dgm:pt>
    <dgm:pt modelId="{299251C8-C77E-416B-8295-9EBFCBB7B3FE}" type="pres">
      <dgm:prSet presAssocID="{F690ED0B-9199-4E1E-BEE3-053DFBCD0644}" presName="bgRect" presStyleLbl="bgShp" presStyleIdx="1" presStyleCnt="4"/>
      <dgm:spPr/>
    </dgm:pt>
    <dgm:pt modelId="{DFC2EB31-A1B2-40E5-83C1-39D36A8D0F27}" type="pres">
      <dgm:prSet presAssocID="{F690ED0B-9199-4E1E-BEE3-053DFBCD0644}"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Oso panda"/>
        </a:ext>
      </dgm:extLst>
    </dgm:pt>
    <dgm:pt modelId="{5BE345A2-4B89-4746-8140-CE55A94BABCA}" type="pres">
      <dgm:prSet presAssocID="{F690ED0B-9199-4E1E-BEE3-053DFBCD0644}" presName="spaceRect" presStyleCnt="0"/>
      <dgm:spPr/>
    </dgm:pt>
    <dgm:pt modelId="{65683C7A-7168-4DF5-A86E-68AAF2DC27ED}" type="pres">
      <dgm:prSet presAssocID="{F690ED0B-9199-4E1E-BEE3-053DFBCD0644}" presName="parTx" presStyleLbl="revTx" presStyleIdx="1" presStyleCnt="4">
        <dgm:presLayoutVars>
          <dgm:chMax val="0"/>
          <dgm:chPref val="0"/>
        </dgm:presLayoutVars>
      </dgm:prSet>
      <dgm:spPr/>
    </dgm:pt>
    <dgm:pt modelId="{41281421-609D-4569-A5DF-E68F283E9748}" type="pres">
      <dgm:prSet presAssocID="{412A5AF9-F6AF-457F-A2AE-A80129DFC82B}" presName="sibTrans" presStyleCnt="0"/>
      <dgm:spPr/>
    </dgm:pt>
    <dgm:pt modelId="{9732772F-FC4F-4F20-94D5-64B666A73406}" type="pres">
      <dgm:prSet presAssocID="{1DBBC388-C27E-4C6E-A176-2F6FC7273355}" presName="compNode" presStyleCnt="0"/>
      <dgm:spPr/>
    </dgm:pt>
    <dgm:pt modelId="{A3E600FB-4405-47E3-8ADE-220C26731BDA}" type="pres">
      <dgm:prSet presAssocID="{1DBBC388-C27E-4C6E-A176-2F6FC7273355}" presName="bgRect" presStyleLbl="bgShp" presStyleIdx="2" presStyleCnt="4"/>
      <dgm:spPr/>
    </dgm:pt>
    <dgm:pt modelId="{798055B3-73BB-471D-AE71-E389A0DCEA2A}" type="pres">
      <dgm:prSet presAssocID="{1DBBC388-C27E-4C6E-A176-2F6FC727335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Web Design"/>
        </a:ext>
      </dgm:extLst>
    </dgm:pt>
    <dgm:pt modelId="{0B583D93-AF2E-4284-98D7-0D9DF3CFE780}" type="pres">
      <dgm:prSet presAssocID="{1DBBC388-C27E-4C6E-A176-2F6FC7273355}" presName="spaceRect" presStyleCnt="0"/>
      <dgm:spPr/>
    </dgm:pt>
    <dgm:pt modelId="{DA9A80EF-E7DC-4353-9431-E82133A4B78D}" type="pres">
      <dgm:prSet presAssocID="{1DBBC388-C27E-4C6E-A176-2F6FC7273355}" presName="parTx" presStyleLbl="revTx" presStyleIdx="2" presStyleCnt="4">
        <dgm:presLayoutVars>
          <dgm:chMax val="0"/>
          <dgm:chPref val="0"/>
        </dgm:presLayoutVars>
      </dgm:prSet>
      <dgm:spPr/>
    </dgm:pt>
    <dgm:pt modelId="{2F26D5F7-C995-41B2-8E20-936D1B731E0B}" type="pres">
      <dgm:prSet presAssocID="{464AF3D8-C00A-4831-AD90-F119FC82A5F3}" presName="sibTrans" presStyleCnt="0"/>
      <dgm:spPr/>
    </dgm:pt>
    <dgm:pt modelId="{0CAA2D1D-F0CE-41A6-ABDB-844735D19CAC}" type="pres">
      <dgm:prSet presAssocID="{8ADFA421-7570-485A-A8A9-5F5EB3C7B461}" presName="compNode" presStyleCnt="0"/>
      <dgm:spPr/>
    </dgm:pt>
    <dgm:pt modelId="{EF0A7685-D66A-45BE-BF93-3EDA5FD75740}" type="pres">
      <dgm:prSet presAssocID="{8ADFA421-7570-485A-A8A9-5F5EB3C7B461}" presName="bgRect" presStyleLbl="bgShp" presStyleIdx="3" presStyleCnt="4"/>
      <dgm:spPr/>
    </dgm:pt>
    <dgm:pt modelId="{BF6D14E0-AFDC-42A8-A0F8-955611DAC2DF}" type="pres">
      <dgm:prSet presAssocID="{8ADFA421-7570-485A-A8A9-5F5EB3C7B46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Pie chart"/>
        </a:ext>
      </dgm:extLst>
    </dgm:pt>
    <dgm:pt modelId="{547A293E-2BE3-41DD-9307-75300F31763D}" type="pres">
      <dgm:prSet presAssocID="{8ADFA421-7570-485A-A8A9-5F5EB3C7B461}" presName="spaceRect" presStyleCnt="0"/>
      <dgm:spPr/>
    </dgm:pt>
    <dgm:pt modelId="{64A38092-F267-45AF-8F1C-1546A03EC2C2}" type="pres">
      <dgm:prSet presAssocID="{8ADFA421-7570-485A-A8A9-5F5EB3C7B461}" presName="parTx" presStyleLbl="revTx" presStyleIdx="3" presStyleCnt="4">
        <dgm:presLayoutVars>
          <dgm:chMax val="0"/>
          <dgm:chPref val="0"/>
        </dgm:presLayoutVars>
      </dgm:prSet>
      <dgm:spPr/>
    </dgm:pt>
  </dgm:ptLst>
  <dgm:cxnLst>
    <dgm:cxn modelId="{EBCD5212-D77F-41B7-8DA5-E58436FD2F63}" type="presOf" srcId="{1DBBC388-C27E-4C6E-A176-2F6FC7273355}" destId="{DA9A80EF-E7DC-4353-9431-E82133A4B78D}" srcOrd="0" destOrd="0" presId="urn:microsoft.com/office/officeart/2018/2/layout/IconVerticalSolidList"/>
    <dgm:cxn modelId="{FBDAD31A-5B4A-4CFF-9637-AEB2F65F341E}" type="presOf" srcId="{8ADFA421-7570-485A-A8A9-5F5EB3C7B461}" destId="{64A38092-F267-45AF-8F1C-1546A03EC2C2}" srcOrd="0" destOrd="0" presId="urn:microsoft.com/office/officeart/2018/2/layout/IconVerticalSolidList"/>
    <dgm:cxn modelId="{8CF84E60-2E42-423E-A57B-E89AF7C29316}" type="presOf" srcId="{151E20B6-B51D-484F-875B-5E2161378585}" destId="{56DF0309-A0CB-4435-BB9C-BA91AB325AEE}" srcOrd="0" destOrd="0" presId="urn:microsoft.com/office/officeart/2018/2/layout/IconVerticalSolidList"/>
    <dgm:cxn modelId="{7D84CF45-8BF4-49ED-906C-67EB0ED4B710}" srcId="{151E20B6-B51D-484F-875B-5E2161378585}" destId="{1DBBC388-C27E-4C6E-A176-2F6FC7273355}" srcOrd="2" destOrd="0" parTransId="{14764DE4-FC6F-47C6-B8DE-C727E30001F1}" sibTransId="{464AF3D8-C00A-4831-AD90-F119FC82A5F3}"/>
    <dgm:cxn modelId="{8E5E836B-9F82-4CE3-9082-2EBC66012A31}" srcId="{151E20B6-B51D-484F-875B-5E2161378585}" destId="{2AF8AE78-2DFF-478B-A197-F48B9447746C}" srcOrd="0" destOrd="0" parTransId="{436795B3-9FA7-4A43-85EE-58D1D88EF985}" sibTransId="{01219F65-7B8D-4EFC-ADC0-AE8CCDF5217D}"/>
    <dgm:cxn modelId="{A1B07D74-E796-4B3C-A6E4-37D6B8C9373D}" srcId="{151E20B6-B51D-484F-875B-5E2161378585}" destId="{8ADFA421-7570-485A-A8A9-5F5EB3C7B461}" srcOrd="3" destOrd="0" parTransId="{B49CB2C5-15F8-41DE-BC5A-B18152BDA698}" sibTransId="{FA7BB5B2-5CD2-460C-8CCF-C46E380D26D0}"/>
    <dgm:cxn modelId="{A82E4F55-0F34-4D60-A245-FD59FF2B3C3E}" type="presOf" srcId="{2AF8AE78-2DFF-478B-A197-F48B9447746C}" destId="{809801F3-8655-4E4C-B3AB-026A158FE8A5}" srcOrd="0" destOrd="0" presId="urn:microsoft.com/office/officeart/2018/2/layout/IconVerticalSolidList"/>
    <dgm:cxn modelId="{DB103A81-8286-4322-879B-833EC74694AF}" srcId="{151E20B6-B51D-484F-875B-5E2161378585}" destId="{F690ED0B-9199-4E1E-BEE3-053DFBCD0644}" srcOrd="1" destOrd="0" parTransId="{228C70D7-66D1-4E74-A0F9-2B09FBF9F21E}" sibTransId="{412A5AF9-F6AF-457F-A2AE-A80129DFC82B}"/>
    <dgm:cxn modelId="{DC99E0B3-3EF8-4D64-A440-BC014CBF336B}" type="presOf" srcId="{F690ED0B-9199-4E1E-BEE3-053DFBCD0644}" destId="{65683C7A-7168-4DF5-A86E-68AAF2DC27ED}" srcOrd="0" destOrd="0" presId="urn:microsoft.com/office/officeart/2018/2/layout/IconVerticalSolidList"/>
    <dgm:cxn modelId="{1932847F-7F3E-4FD4-B3B5-1A8DE1511278}" type="presParOf" srcId="{56DF0309-A0CB-4435-BB9C-BA91AB325AEE}" destId="{AAAA00B7-DE47-4046-9CEE-A99F522BBFEB}" srcOrd="0" destOrd="0" presId="urn:microsoft.com/office/officeart/2018/2/layout/IconVerticalSolidList"/>
    <dgm:cxn modelId="{623641CA-12D1-44CE-B035-9CE08DF3BC10}" type="presParOf" srcId="{AAAA00B7-DE47-4046-9CEE-A99F522BBFEB}" destId="{E32B3B81-BDBD-4ECB-8414-2D155E716C52}" srcOrd="0" destOrd="0" presId="urn:microsoft.com/office/officeart/2018/2/layout/IconVerticalSolidList"/>
    <dgm:cxn modelId="{52E55A08-8B0C-40DC-9D8C-E122CB19F20B}" type="presParOf" srcId="{AAAA00B7-DE47-4046-9CEE-A99F522BBFEB}" destId="{3A420BCB-C404-466A-AAA3-FF0263E4A248}" srcOrd="1" destOrd="0" presId="urn:microsoft.com/office/officeart/2018/2/layout/IconVerticalSolidList"/>
    <dgm:cxn modelId="{D5D6CFB6-6A69-4861-AFEE-FA684924214C}" type="presParOf" srcId="{AAAA00B7-DE47-4046-9CEE-A99F522BBFEB}" destId="{BFD5568A-632A-44DB-BDE4-EE9846B482EF}" srcOrd="2" destOrd="0" presId="urn:microsoft.com/office/officeart/2018/2/layout/IconVerticalSolidList"/>
    <dgm:cxn modelId="{4FBA88BC-263B-4805-BCD9-EE14B34A0767}" type="presParOf" srcId="{AAAA00B7-DE47-4046-9CEE-A99F522BBFEB}" destId="{809801F3-8655-4E4C-B3AB-026A158FE8A5}" srcOrd="3" destOrd="0" presId="urn:microsoft.com/office/officeart/2018/2/layout/IconVerticalSolidList"/>
    <dgm:cxn modelId="{85920456-5C37-46E5-AC7C-60FF3C4D2F87}" type="presParOf" srcId="{56DF0309-A0CB-4435-BB9C-BA91AB325AEE}" destId="{40F3A8AC-5D65-4C28-ADB1-68E0A339BC58}" srcOrd="1" destOrd="0" presId="urn:microsoft.com/office/officeart/2018/2/layout/IconVerticalSolidList"/>
    <dgm:cxn modelId="{FF0B8370-FD5F-4616-A6F4-3115AD7A7BBC}" type="presParOf" srcId="{56DF0309-A0CB-4435-BB9C-BA91AB325AEE}" destId="{D44BEE57-AA14-4571-873F-13448E609AFA}" srcOrd="2" destOrd="0" presId="urn:microsoft.com/office/officeart/2018/2/layout/IconVerticalSolidList"/>
    <dgm:cxn modelId="{0D60810B-6205-4B6E-8E1D-79094828FC3B}" type="presParOf" srcId="{D44BEE57-AA14-4571-873F-13448E609AFA}" destId="{299251C8-C77E-416B-8295-9EBFCBB7B3FE}" srcOrd="0" destOrd="0" presId="urn:microsoft.com/office/officeart/2018/2/layout/IconVerticalSolidList"/>
    <dgm:cxn modelId="{0B928E31-99D0-42B7-8654-E418AA737731}" type="presParOf" srcId="{D44BEE57-AA14-4571-873F-13448E609AFA}" destId="{DFC2EB31-A1B2-40E5-83C1-39D36A8D0F27}" srcOrd="1" destOrd="0" presId="urn:microsoft.com/office/officeart/2018/2/layout/IconVerticalSolidList"/>
    <dgm:cxn modelId="{CBD1BBD5-0269-4837-A741-BA519578D1A6}" type="presParOf" srcId="{D44BEE57-AA14-4571-873F-13448E609AFA}" destId="{5BE345A2-4B89-4746-8140-CE55A94BABCA}" srcOrd="2" destOrd="0" presId="urn:microsoft.com/office/officeart/2018/2/layout/IconVerticalSolidList"/>
    <dgm:cxn modelId="{B8B30D00-5DCC-41E2-8DFF-3795D0AF51C1}" type="presParOf" srcId="{D44BEE57-AA14-4571-873F-13448E609AFA}" destId="{65683C7A-7168-4DF5-A86E-68AAF2DC27ED}" srcOrd="3" destOrd="0" presId="urn:microsoft.com/office/officeart/2018/2/layout/IconVerticalSolidList"/>
    <dgm:cxn modelId="{243BBD6D-AB40-4AFA-A3E1-BF47EB946347}" type="presParOf" srcId="{56DF0309-A0CB-4435-BB9C-BA91AB325AEE}" destId="{41281421-609D-4569-A5DF-E68F283E9748}" srcOrd="3" destOrd="0" presId="urn:microsoft.com/office/officeart/2018/2/layout/IconVerticalSolidList"/>
    <dgm:cxn modelId="{B021D77F-8EA6-4486-AA61-0BC6DA82D1FC}" type="presParOf" srcId="{56DF0309-A0CB-4435-BB9C-BA91AB325AEE}" destId="{9732772F-FC4F-4F20-94D5-64B666A73406}" srcOrd="4" destOrd="0" presId="urn:microsoft.com/office/officeart/2018/2/layout/IconVerticalSolidList"/>
    <dgm:cxn modelId="{CF83CE76-9B35-4CDC-814D-F48EC63A9D99}" type="presParOf" srcId="{9732772F-FC4F-4F20-94D5-64B666A73406}" destId="{A3E600FB-4405-47E3-8ADE-220C26731BDA}" srcOrd="0" destOrd="0" presId="urn:microsoft.com/office/officeart/2018/2/layout/IconVerticalSolidList"/>
    <dgm:cxn modelId="{A89692E0-4F4B-401E-B083-F63DD7364637}" type="presParOf" srcId="{9732772F-FC4F-4F20-94D5-64B666A73406}" destId="{798055B3-73BB-471D-AE71-E389A0DCEA2A}" srcOrd="1" destOrd="0" presId="urn:microsoft.com/office/officeart/2018/2/layout/IconVerticalSolidList"/>
    <dgm:cxn modelId="{8BCA0B7D-6BD5-4423-B116-3916756B5FA3}" type="presParOf" srcId="{9732772F-FC4F-4F20-94D5-64B666A73406}" destId="{0B583D93-AF2E-4284-98D7-0D9DF3CFE780}" srcOrd="2" destOrd="0" presId="urn:microsoft.com/office/officeart/2018/2/layout/IconVerticalSolidList"/>
    <dgm:cxn modelId="{E4C969FA-F68C-4B6E-ADE5-5EB639A7AD65}" type="presParOf" srcId="{9732772F-FC4F-4F20-94D5-64B666A73406}" destId="{DA9A80EF-E7DC-4353-9431-E82133A4B78D}" srcOrd="3" destOrd="0" presId="urn:microsoft.com/office/officeart/2018/2/layout/IconVerticalSolidList"/>
    <dgm:cxn modelId="{02C821C2-473C-4586-9327-945AC546E422}" type="presParOf" srcId="{56DF0309-A0CB-4435-BB9C-BA91AB325AEE}" destId="{2F26D5F7-C995-41B2-8E20-936D1B731E0B}" srcOrd="5" destOrd="0" presId="urn:microsoft.com/office/officeart/2018/2/layout/IconVerticalSolidList"/>
    <dgm:cxn modelId="{CE6B84BF-8DE2-4169-9355-0CE67F1D0B13}" type="presParOf" srcId="{56DF0309-A0CB-4435-BB9C-BA91AB325AEE}" destId="{0CAA2D1D-F0CE-41A6-ABDB-844735D19CAC}" srcOrd="6" destOrd="0" presId="urn:microsoft.com/office/officeart/2018/2/layout/IconVerticalSolidList"/>
    <dgm:cxn modelId="{4DD24D2D-2F10-454E-B12C-29A4E326CA10}" type="presParOf" srcId="{0CAA2D1D-F0CE-41A6-ABDB-844735D19CAC}" destId="{EF0A7685-D66A-45BE-BF93-3EDA5FD75740}" srcOrd="0" destOrd="0" presId="urn:microsoft.com/office/officeart/2018/2/layout/IconVerticalSolidList"/>
    <dgm:cxn modelId="{1DDE8907-B887-4C95-96D5-681E941744E3}" type="presParOf" srcId="{0CAA2D1D-F0CE-41A6-ABDB-844735D19CAC}" destId="{BF6D14E0-AFDC-42A8-A0F8-955611DAC2DF}" srcOrd="1" destOrd="0" presId="urn:microsoft.com/office/officeart/2018/2/layout/IconVerticalSolidList"/>
    <dgm:cxn modelId="{AA727DB3-CB52-4D3A-8EED-9542AF4F0BD0}" type="presParOf" srcId="{0CAA2D1D-F0CE-41A6-ABDB-844735D19CAC}" destId="{547A293E-2BE3-41DD-9307-75300F31763D}" srcOrd="2" destOrd="0" presId="urn:microsoft.com/office/officeart/2018/2/layout/IconVerticalSolidList"/>
    <dgm:cxn modelId="{CEACFDFF-7DBB-493C-B0E2-8EF8C4D37169}" type="presParOf" srcId="{0CAA2D1D-F0CE-41A6-ABDB-844735D19CAC}" destId="{64A38092-F267-45AF-8F1C-1546A03EC2C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460E8C-122D-499D-94C2-56E34A6FB285}">
      <dsp:nvSpPr>
        <dsp:cNvPr id="0" name=""/>
        <dsp:cNvSpPr/>
      </dsp:nvSpPr>
      <dsp:spPr>
        <a:xfrm>
          <a:off x="1212569" y="907870"/>
          <a:ext cx="1300252" cy="130025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3BEEFBA-EECA-4F0E-8E05-0A1EC80C9B5B}">
      <dsp:nvSpPr>
        <dsp:cNvPr id="0" name=""/>
        <dsp:cNvSpPr/>
      </dsp:nvSpPr>
      <dsp:spPr>
        <a:xfrm>
          <a:off x="417971" y="2588467"/>
          <a:ext cx="288945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CL" sz="1100" kern="1200"/>
            <a:t>Problema: Necesidad de reducir el índice de falsos negativos y los tiempos de respuesta en la detección de tumores malignos.</a:t>
          </a:r>
          <a:endParaRPr lang="en-US" sz="1100" kern="1200"/>
        </a:p>
      </dsp:txBody>
      <dsp:txXfrm>
        <a:off x="417971" y="2588467"/>
        <a:ext cx="2889450" cy="855000"/>
      </dsp:txXfrm>
    </dsp:sp>
    <dsp:sp modelId="{629DF08C-8E8D-4589-B710-05AE99785EFD}">
      <dsp:nvSpPr>
        <dsp:cNvPr id="0" name=""/>
        <dsp:cNvSpPr/>
      </dsp:nvSpPr>
      <dsp:spPr>
        <a:xfrm>
          <a:off x="4607673" y="907870"/>
          <a:ext cx="1300252" cy="130025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5E8335-1B18-491B-8497-298A5F5A837B}">
      <dsp:nvSpPr>
        <dsp:cNvPr id="0" name=""/>
        <dsp:cNvSpPr/>
      </dsp:nvSpPr>
      <dsp:spPr>
        <a:xfrm>
          <a:off x="3813075" y="2588467"/>
          <a:ext cx="288945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CL" sz="1100" kern="1200"/>
            <a:t>Solución: Un sistema informático que utiliza algoritmos de aprendizaje supervisado para clasificar lesiones mamarias como benignas o malignas basándose en parámetros clínico-históricos.</a:t>
          </a:r>
          <a:endParaRPr lang="en-US" sz="1100" kern="1200"/>
        </a:p>
      </dsp:txBody>
      <dsp:txXfrm>
        <a:off x="3813075" y="2588467"/>
        <a:ext cx="2889450" cy="855000"/>
      </dsp:txXfrm>
    </dsp:sp>
    <dsp:sp modelId="{6CFBDD10-5D81-43B9-A39E-37539F73A641}">
      <dsp:nvSpPr>
        <dsp:cNvPr id="0" name=""/>
        <dsp:cNvSpPr/>
      </dsp:nvSpPr>
      <dsp:spPr>
        <a:xfrm>
          <a:off x="8002777" y="907870"/>
          <a:ext cx="1300252" cy="130025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FB8A363-C6ED-4986-AC0B-B991D4737791}">
      <dsp:nvSpPr>
        <dsp:cNvPr id="0" name=""/>
        <dsp:cNvSpPr/>
      </dsp:nvSpPr>
      <dsp:spPr>
        <a:xfrm>
          <a:off x="7208178" y="2588467"/>
          <a:ext cx="288945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CL" sz="1100" kern="1200"/>
            <a:t>Propuesta de Valor: Aumentar la precisión diagnóstica mediante el análisis automatizado de datos médicos complejos.</a:t>
          </a:r>
          <a:endParaRPr lang="en-US" sz="1100" kern="1200"/>
        </a:p>
      </dsp:txBody>
      <dsp:txXfrm>
        <a:off x="7208178" y="2588467"/>
        <a:ext cx="2889450" cy="855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65B9A-C620-43B8-B91D-E762D02D5DD9}">
      <dsp:nvSpPr>
        <dsp:cNvPr id="0" name=""/>
        <dsp:cNvSpPr/>
      </dsp:nvSpPr>
      <dsp:spPr>
        <a:xfrm>
          <a:off x="0" y="671"/>
          <a:ext cx="6263640" cy="157238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574A5-60FD-427A-9E13-BF93C14C629F}">
      <dsp:nvSpPr>
        <dsp:cNvPr id="0" name=""/>
        <dsp:cNvSpPr/>
      </dsp:nvSpPr>
      <dsp:spPr>
        <a:xfrm>
          <a:off x="475646" y="354458"/>
          <a:ext cx="864811" cy="8648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F06BE35-2AC2-4C0A-8852-2DFA63030D52}">
      <dsp:nvSpPr>
        <dsp:cNvPr id="0" name=""/>
        <dsp:cNvSpPr/>
      </dsp:nvSpPr>
      <dsp:spPr>
        <a:xfrm>
          <a:off x="1816103" y="67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977900">
            <a:lnSpc>
              <a:spcPct val="90000"/>
            </a:lnSpc>
            <a:spcBef>
              <a:spcPct val="0"/>
            </a:spcBef>
            <a:spcAft>
              <a:spcPct val="35000"/>
            </a:spcAft>
            <a:buNone/>
          </a:pPr>
          <a:r>
            <a:rPr lang="es-CL" sz="2200" b="1" kern="1200"/>
            <a:t>Enfoque Híbrido: </a:t>
          </a:r>
          <a:r>
            <a:rPr lang="es-CL" sz="2200" kern="1200"/>
            <a:t>Combinación de la disciplina de datos CRISP-DM y gestión ágil Kanban.</a:t>
          </a:r>
          <a:endParaRPr lang="en-US" sz="2200" kern="1200"/>
        </a:p>
      </dsp:txBody>
      <dsp:txXfrm>
        <a:off x="1816103" y="671"/>
        <a:ext cx="4447536" cy="1572384"/>
      </dsp:txXfrm>
    </dsp:sp>
    <dsp:sp modelId="{A7A528C3-880A-49BB-8632-52A2841E4EA9}">
      <dsp:nvSpPr>
        <dsp:cNvPr id="0" name=""/>
        <dsp:cNvSpPr/>
      </dsp:nvSpPr>
      <dsp:spPr>
        <a:xfrm>
          <a:off x="0" y="1966151"/>
          <a:ext cx="6263640" cy="157238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14B7976-488F-478B-A510-ACEFD2818EB8}">
      <dsp:nvSpPr>
        <dsp:cNvPr id="0" name=""/>
        <dsp:cNvSpPr/>
      </dsp:nvSpPr>
      <dsp:spPr>
        <a:xfrm>
          <a:off x="475646" y="2319938"/>
          <a:ext cx="864811" cy="86481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88138BD-4B5C-4C65-82C8-4CCE186C9304}">
      <dsp:nvSpPr>
        <dsp:cNvPr id="0" name=""/>
        <dsp:cNvSpPr/>
      </dsp:nvSpPr>
      <dsp:spPr>
        <a:xfrm>
          <a:off x="1816103" y="1966151"/>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977900">
            <a:lnSpc>
              <a:spcPct val="90000"/>
            </a:lnSpc>
            <a:spcBef>
              <a:spcPct val="0"/>
            </a:spcBef>
            <a:spcAft>
              <a:spcPct val="35000"/>
            </a:spcAft>
            <a:buNone/>
          </a:pPr>
          <a:r>
            <a:rPr lang="es-CL" sz="2200" b="1" kern="1200" dirty="0"/>
            <a:t>Ciclo de Datos (CRISP-DM):</a:t>
          </a:r>
          <a:r>
            <a:rPr lang="es-CL" sz="2200" kern="1200" dirty="0"/>
            <a:t> Comprensión del negocio, preparación de datos, modelado, evaluación y despliegue.</a:t>
          </a:r>
          <a:endParaRPr lang="en-US" sz="2200" kern="1200" dirty="0"/>
        </a:p>
      </dsp:txBody>
      <dsp:txXfrm>
        <a:off x="1816103" y="1966151"/>
        <a:ext cx="4447536" cy="1572384"/>
      </dsp:txXfrm>
    </dsp:sp>
    <dsp:sp modelId="{24118A44-6EA4-402E-AC60-F84FF765E79E}">
      <dsp:nvSpPr>
        <dsp:cNvPr id="0" name=""/>
        <dsp:cNvSpPr/>
      </dsp:nvSpPr>
      <dsp:spPr>
        <a:xfrm>
          <a:off x="0" y="3931632"/>
          <a:ext cx="6263640" cy="157238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E41C82C-917A-49C6-96AF-CAE0C7904E39}">
      <dsp:nvSpPr>
        <dsp:cNvPr id="0" name=""/>
        <dsp:cNvSpPr/>
      </dsp:nvSpPr>
      <dsp:spPr>
        <a:xfrm>
          <a:off x="475646" y="4285418"/>
          <a:ext cx="864811" cy="86481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4B67CC9-766B-4367-AEC6-8B9B0BA1C237}">
      <dsp:nvSpPr>
        <dsp:cNvPr id="0" name=""/>
        <dsp:cNvSpPr/>
      </dsp:nvSpPr>
      <dsp:spPr>
        <a:xfrm>
          <a:off x="1816103" y="3931632"/>
          <a:ext cx="4447536" cy="15723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6411" tIns="166411" rIns="166411" bIns="166411" numCol="1" spcCol="1270" anchor="ctr" anchorCtr="0">
          <a:noAutofit/>
        </a:bodyPr>
        <a:lstStyle/>
        <a:p>
          <a:pPr marL="0" lvl="0" indent="0" algn="l" defTabSz="977900">
            <a:lnSpc>
              <a:spcPct val="90000"/>
            </a:lnSpc>
            <a:spcBef>
              <a:spcPct val="0"/>
            </a:spcBef>
            <a:spcAft>
              <a:spcPct val="35000"/>
            </a:spcAft>
            <a:buNone/>
          </a:pPr>
          <a:r>
            <a:rPr lang="es-CL" sz="2200" b="1" kern="1200"/>
            <a:t>Gestión Individual: </a:t>
          </a:r>
          <a:r>
            <a:rPr lang="es-CL" sz="2200" kern="1200"/>
            <a:t>Ciclos de trabajo semanales (Sprints) para asegurar el cumplimiento en las 4 semanas del TAV.</a:t>
          </a:r>
          <a:endParaRPr lang="en-US" sz="2200" kern="1200"/>
        </a:p>
      </dsp:txBody>
      <dsp:txXfrm>
        <a:off x="1816103" y="3931632"/>
        <a:ext cx="4447536" cy="157238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BB17A2-AC93-4A1D-88F6-C8829E3F384F}">
      <dsp:nvSpPr>
        <dsp:cNvPr id="0" name=""/>
        <dsp:cNvSpPr/>
      </dsp:nvSpPr>
      <dsp:spPr>
        <a:xfrm>
          <a:off x="421804" y="2336668"/>
          <a:ext cx="3364170" cy="49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kern="1200"/>
            <a:t>6 Ene.</a:t>
          </a:r>
        </a:p>
      </dsp:txBody>
      <dsp:txXfrm>
        <a:off x="421804" y="2336668"/>
        <a:ext cx="3364170" cy="491701"/>
      </dsp:txXfrm>
    </dsp:sp>
    <dsp:sp modelId="{DA03969E-1B94-4724-B031-081FE32812F5}">
      <dsp:nvSpPr>
        <dsp:cNvPr id="0" name=""/>
        <dsp:cNvSpPr/>
      </dsp:nvSpPr>
      <dsp:spPr>
        <a:xfrm>
          <a:off x="0" y="2088642"/>
          <a:ext cx="10515600" cy="174053"/>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DF0895F-5A3E-44AC-99D1-A2280D679E3E}">
      <dsp:nvSpPr>
        <dsp:cNvPr id="0" name=""/>
        <dsp:cNvSpPr/>
      </dsp:nvSpPr>
      <dsp:spPr>
        <a:xfrm>
          <a:off x="253596" y="419428"/>
          <a:ext cx="3700587" cy="92948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kern="1200"/>
            <a:t>Semana 1 (Ene 6-13): Inicio, análisis exploratorio de datos (EDA) y definición de preguntas de negocio.</a:t>
          </a:r>
        </a:p>
      </dsp:txBody>
      <dsp:txXfrm>
        <a:off x="253596" y="419428"/>
        <a:ext cx="3700587" cy="929486"/>
      </dsp:txXfrm>
    </dsp:sp>
    <dsp:sp modelId="{44AB325C-F56F-4054-856A-4A70A2992750}">
      <dsp:nvSpPr>
        <dsp:cNvPr id="0" name=""/>
        <dsp:cNvSpPr/>
      </dsp:nvSpPr>
      <dsp:spPr>
        <a:xfrm>
          <a:off x="2103890" y="1348914"/>
          <a:ext cx="0" cy="739727"/>
        </a:xfrm>
        <a:prstGeom prst="line">
          <a:avLst/>
        </a:prstGeom>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CE11E1AA-799C-432F-A83A-5055296C3678}">
      <dsp:nvSpPr>
        <dsp:cNvPr id="0" name=""/>
        <dsp:cNvSpPr/>
      </dsp:nvSpPr>
      <dsp:spPr>
        <a:xfrm>
          <a:off x="2524411" y="1522968"/>
          <a:ext cx="3364170" cy="49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kern="1200"/>
            <a:t>14 Ene.</a:t>
          </a:r>
        </a:p>
      </dsp:txBody>
      <dsp:txXfrm>
        <a:off x="2524411" y="1522968"/>
        <a:ext cx="3364170" cy="491701"/>
      </dsp:txXfrm>
    </dsp:sp>
    <dsp:sp modelId="{C762AF22-481E-4B6F-B5A3-7EF07EF478AC}">
      <dsp:nvSpPr>
        <dsp:cNvPr id="0" name=""/>
        <dsp:cNvSpPr/>
      </dsp:nvSpPr>
      <dsp:spPr>
        <a:xfrm>
          <a:off x="2356202" y="3002423"/>
          <a:ext cx="3700587" cy="92948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kern="1200"/>
            <a:t>Semana 2 (Ene 14-20): Procesamiento de datos y entrenamiento/comparación de los 3 modelos predictivos.</a:t>
          </a:r>
        </a:p>
      </dsp:txBody>
      <dsp:txXfrm>
        <a:off x="2356202" y="3002423"/>
        <a:ext cx="3700587" cy="929486"/>
      </dsp:txXfrm>
    </dsp:sp>
    <dsp:sp modelId="{0284BBB9-E910-46D7-84AB-58509C786D54}">
      <dsp:nvSpPr>
        <dsp:cNvPr id="0" name=""/>
        <dsp:cNvSpPr/>
      </dsp:nvSpPr>
      <dsp:spPr>
        <a:xfrm>
          <a:off x="4206496" y="2262695"/>
          <a:ext cx="0" cy="739727"/>
        </a:xfrm>
        <a:prstGeom prst="line">
          <a:avLst/>
        </a:prstGeom>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6E20354A-B117-40B6-92D1-EEA9C443CAC7}">
      <dsp:nvSpPr>
        <dsp:cNvPr id="0" name=""/>
        <dsp:cNvSpPr/>
      </dsp:nvSpPr>
      <dsp:spPr>
        <a:xfrm>
          <a:off x="2049498" y="2121277"/>
          <a:ext cx="108783" cy="108783"/>
        </a:xfrm>
        <a:prstGeom prst="ellipse">
          <a:avLst/>
        </a:prstGeom>
        <a:solidFill>
          <a:schemeClr val="lt1">
            <a:alpha val="90000"/>
            <a:hueOff val="0"/>
            <a:satOff val="0"/>
            <a:lumOff val="0"/>
            <a:alphaOff val="0"/>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sp>
    <dsp:sp modelId="{D9F995A0-4444-413E-A8F6-9D5FBCEA6EF1}">
      <dsp:nvSpPr>
        <dsp:cNvPr id="0" name=""/>
        <dsp:cNvSpPr/>
      </dsp:nvSpPr>
      <dsp:spPr>
        <a:xfrm>
          <a:off x="4152105" y="2121277"/>
          <a:ext cx="108783" cy="108783"/>
        </a:xfrm>
        <a:prstGeom prst="ellipse">
          <a:avLst/>
        </a:prstGeom>
        <a:solidFill>
          <a:schemeClr val="lt1">
            <a:alpha val="90000"/>
            <a:hueOff val="0"/>
            <a:satOff val="0"/>
            <a:lumOff val="0"/>
            <a:alphaOff val="0"/>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sp>
    <dsp:sp modelId="{1E0E8CAF-05BF-4E02-A500-39A4031136C7}">
      <dsp:nvSpPr>
        <dsp:cNvPr id="0" name=""/>
        <dsp:cNvSpPr/>
      </dsp:nvSpPr>
      <dsp:spPr>
        <a:xfrm>
          <a:off x="4627018" y="2336668"/>
          <a:ext cx="3364170" cy="49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kern="1200"/>
            <a:t>21–27 Ene.</a:t>
          </a:r>
        </a:p>
      </dsp:txBody>
      <dsp:txXfrm>
        <a:off x="4627018" y="2336668"/>
        <a:ext cx="3364170" cy="491701"/>
      </dsp:txXfrm>
    </dsp:sp>
    <dsp:sp modelId="{A7957BD4-1E22-43E4-8687-CB589A5C2FE2}">
      <dsp:nvSpPr>
        <dsp:cNvPr id="0" name=""/>
        <dsp:cNvSpPr/>
      </dsp:nvSpPr>
      <dsp:spPr>
        <a:xfrm>
          <a:off x="4458809" y="419428"/>
          <a:ext cx="3700587" cy="92948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kern="1200"/>
            <a:t>Semana 3 (Ene 21-27): Construcción de la interfaz web/app e integración con visualización en Power BI.</a:t>
          </a:r>
        </a:p>
      </dsp:txBody>
      <dsp:txXfrm>
        <a:off x="4458809" y="419428"/>
        <a:ext cx="3700587" cy="929486"/>
      </dsp:txXfrm>
    </dsp:sp>
    <dsp:sp modelId="{AD001C9D-6D57-47BF-BE5F-051F760732DE}">
      <dsp:nvSpPr>
        <dsp:cNvPr id="0" name=""/>
        <dsp:cNvSpPr/>
      </dsp:nvSpPr>
      <dsp:spPr>
        <a:xfrm>
          <a:off x="6309103" y="1348914"/>
          <a:ext cx="0" cy="739727"/>
        </a:xfrm>
        <a:prstGeom prst="line">
          <a:avLst/>
        </a:prstGeom>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BC875206-8B7C-4DE0-8916-9C118FB3A623}">
      <dsp:nvSpPr>
        <dsp:cNvPr id="0" name=""/>
        <dsp:cNvSpPr/>
      </dsp:nvSpPr>
      <dsp:spPr>
        <a:xfrm>
          <a:off x="6729624" y="1522968"/>
          <a:ext cx="3364170" cy="4917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kern="1200"/>
            <a:t>28 Ene. – 6 Feb.</a:t>
          </a:r>
        </a:p>
      </dsp:txBody>
      <dsp:txXfrm>
        <a:off x="6729624" y="1522968"/>
        <a:ext cx="3364170" cy="491701"/>
      </dsp:txXfrm>
    </dsp:sp>
    <dsp:sp modelId="{90FDAAE9-A74F-47F1-A2C1-BA14DAA1EB8C}">
      <dsp:nvSpPr>
        <dsp:cNvPr id="0" name=""/>
        <dsp:cNvSpPr/>
      </dsp:nvSpPr>
      <dsp:spPr>
        <a:xfrm>
          <a:off x="6561416" y="3002423"/>
          <a:ext cx="3700587" cy="92948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kern="1200"/>
            <a:t>Semana 4 (Ene 28-Feb 6): Ejecución de pruebas de calidad, validación final y preparación del cierre.</a:t>
          </a:r>
        </a:p>
      </dsp:txBody>
      <dsp:txXfrm>
        <a:off x="6561416" y="3002423"/>
        <a:ext cx="3700587" cy="929486"/>
      </dsp:txXfrm>
    </dsp:sp>
    <dsp:sp modelId="{ABF9AE61-5B36-4E31-BC60-16B30FC7E638}">
      <dsp:nvSpPr>
        <dsp:cNvPr id="0" name=""/>
        <dsp:cNvSpPr/>
      </dsp:nvSpPr>
      <dsp:spPr>
        <a:xfrm>
          <a:off x="8411709" y="2262695"/>
          <a:ext cx="0" cy="739727"/>
        </a:xfrm>
        <a:prstGeom prst="line">
          <a:avLst/>
        </a:prstGeom>
        <a:solidFill>
          <a:schemeClr val="accent1">
            <a:hueOff val="0"/>
            <a:satOff val="0"/>
            <a:lumOff val="0"/>
            <a:alphaOff val="0"/>
          </a:schemeClr>
        </a:solidFill>
        <a:ln w="6350" cap="flat" cmpd="sng" algn="ctr">
          <a:solidFill>
            <a:schemeClr val="accent1">
              <a:hueOff val="0"/>
              <a:satOff val="0"/>
              <a:lumOff val="0"/>
              <a:alphaOff val="0"/>
            </a:schemeClr>
          </a:solidFill>
          <a:prstDash val="dash"/>
          <a:miter lim="800000"/>
        </a:ln>
        <a:effectLst/>
      </dsp:spPr>
      <dsp:style>
        <a:lnRef idx="2">
          <a:scrgbClr r="0" g="0" b="0"/>
        </a:lnRef>
        <a:fillRef idx="1">
          <a:scrgbClr r="0" g="0" b="0"/>
        </a:fillRef>
        <a:effectRef idx="0">
          <a:scrgbClr r="0" g="0" b="0"/>
        </a:effectRef>
        <a:fontRef idx="minor">
          <a:schemeClr val="lt1"/>
        </a:fontRef>
      </dsp:style>
    </dsp:sp>
    <dsp:sp modelId="{578B2CCD-657E-418E-967A-35C3CF3A9942}">
      <dsp:nvSpPr>
        <dsp:cNvPr id="0" name=""/>
        <dsp:cNvSpPr/>
      </dsp:nvSpPr>
      <dsp:spPr>
        <a:xfrm>
          <a:off x="6254711" y="2121277"/>
          <a:ext cx="108783" cy="108783"/>
        </a:xfrm>
        <a:prstGeom prst="ellipse">
          <a:avLst/>
        </a:prstGeom>
        <a:solidFill>
          <a:schemeClr val="lt1">
            <a:alpha val="90000"/>
            <a:hueOff val="0"/>
            <a:satOff val="0"/>
            <a:lumOff val="0"/>
            <a:alphaOff val="0"/>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sp>
    <dsp:sp modelId="{44A4357D-FEF1-4AA6-A028-43592FD4A32E}">
      <dsp:nvSpPr>
        <dsp:cNvPr id="0" name=""/>
        <dsp:cNvSpPr/>
      </dsp:nvSpPr>
      <dsp:spPr>
        <a:xfrm>
          <a:off x="8357318" y="2121277"/>
          <a:ext cx="108783" cy="108783"/>
        </a:xfrm>
        <a:prstGeom prst="ellipse">
          <a:avLst/>
        </a:prstGeom>
        <a:solidFill>
          <a:schemeClr val="lt1">
            <a:alpha val="90000"/>
            <a:hueOff val="0"/>
            <a:satOff val="0"/>
            <a:lumOff val="0"/>
            <a:alphaOff val="0"/>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2B3B81-BDBD-4ECB-8414-2D155E716C52}">
      <dsp:nvSpPr>
        <dsp:cNvPr id="0" name=""/>
        <dsp:cNvSpPr/>
      </dsp:nvSpPr>
      <dsp:spPr>
        <a:xfrm>
          <a:off x="0" y="1805"/>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420BCB-C404-466A-AAA3-FF0263E4A248}">
      <dsp:nvSpPr>
        <dsp:cNvPr id="0" name=""/>
        <dsp:cNvSpPr/>
      </dsp:nvSpPr>
      <dsp:spPr>
        <a:xfrm>
          <a:off x="276881" y="207750"/>
          <a:ext cx="503420" cy="50342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9801F3-8655-4E4C-B3AB-026A158FE8A5}">
      <dsp:nvSpPr>
        <dsp:cNvPr id="0" name=""/>
        <dsp:cNvSpPr/>
      </dsp:nvSpPr>
      <dsp:spPr>
        <a:xfrm>
          <a:off x="1057183" y="1805"/>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s-CL" sz="2200" kern="1200"/>
            <a:t>Lenguaje: Python para todo el análisis de datos y lógica del modelo.</a:t>
          </a:r>
          <a:endParaRPr lang="en-US" sz="2200" kern="1200"/>
        </a:p>
      </dsp:txBody>
      <dsp:txXfrm>
        <a:off x="1057183" y="1805"/>
        <a:ext cx="9458416" cy="915310"/>
      </dsp:txXfrm>
    </dsp:sp>
    <dsp:sp modelId="{299251C8-C77E-416B-8295-9EBFCBB7B3FE}">
      <dsp:nvSpPr>
        <dsp:cNvPr id="0" name=""/>
        <dsp:cNvSpPr/>
      </dsp:nvSpPr>
      <dsp:spPr>
        <a:xfrm>
          <a:off x="0" y="1145944"/>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FC2EB31-A1B2-40E5-83C1-39D36A8D0F27}">
      <dsp:nvSpPr>
        <dsp:cNvPr id="0" name=""/>
        <dsp:cNvSpPr/>
      </dsp:nvSpPr>
      <dsp:spPr>
        <a:xfrm>
          <a:off x="276881" y="1351889"/>
          <a:ext cx="503420" cy="50342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683C7A-7168-4DF5-A86E-68AAF2DC27ED}">
      <dsp:nvSpPr>
        <dsp:cNvPr id="0" name=""/>
        <dsp:cNvSpPr/>
      </dsp:nvSpPr>
      <dsp:spPr>
        <a:xfrm>
          <a:off x="1057183" y="1145944"/>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s-CL" sz="2200" kern="1200"/>
            <a:t>Librerías: Scikit-Learn para algoritmos de IA; Pandas y NumPy para manipulación de datos.</a:t>
          </a:r>
          <a:endParaRPr lang="en-US" sz="2200" kern="1200"/>
        </a:p>
      </dsp:txBody>
      <dsp:txXfrm>
        <a:off x="1057183" y="1145944"/>
        <a:ext cx="9458416" cy="915310"/>
      </dsp:txXfrm>
    </dsp:sp>
    <dsp:sp modelId="{A3E600FB-4405-47E3-8ADE-220C26731BDA}">
      <dsp:nvSpPr>
        <dsp:cNvPr id="0" name=""/>
        <dsp:cNvSpPr/>
      </dsp:nvSpPr>
      <dsp:spPr>
        <a:xfrm>
          <a:off x="0" y="2290082"/>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98055B3-73BB-471D-AE71-E389A0DCEA2A}">
      <dsp:nvSpPr>
        <dsp:cNvPr id="0" name=""/>
        <dsp:cNvSpPr/>
      </dsp:nvSpPr>
      <dsp:spPr>
        <a:xfrm>
          <a:off x="276881" y="2496027"/>
          <a:ext cx="503420" cy="50342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9A80EF-E7DC-4353-9431-E82133A4B78D}">
      <dsp:nvSpPr>
        <dsp:cNvPr id="0" name=""/>
        <dsp:cNvSpPr/>
      </dsp:nvSpPr>
      <dsp:spPr>
        <a:xfrm>
          <a:off x="1057183" y="2290082"/>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s-CL" sz="2200" kern="1200"/>
            <a:t>Entornos: Google Colab para modelado y VS Code para el desarrollo de la interfaz.</a:t>
          </a:r>
          <a:endParaRPr lang="en-US" sz="2200" kern="1200"/>
        </a:p>
      </dsp:txBody>
      <dsp:txXfrm>
        <a:off x="1057183" y="2290082"/>
        <a:ext cx="9458416" cy="915310"/>
      </dsp:txXfrm>
    </dsp:sp>
    <dsp:sp modelId="{EF0A7685-D66A-45BE-BF93-3EDA5FD75740}">
      <dsp:nvSpPr>
        <dsp:cNvPr id="0" name=""/>
        <dsp:cNvSpPr/>
      </dsp:nvSpPr>
      <dsp:spPr>
        <a:xfrm>
          <a:off x="0" y="3434221"/>
          <a:ext cx="10515600" cy="91531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F6D14E0-AFDC-42A8-A0F8-955611DAC2DF}">
      <dsp:nvSpPr>
        <dsp:cNvPr id="0" name=""/>
        <dsp:cNvSpPr/>
      </dsp:nvSpPr>
      <dsp:spPr>
        <a:xfrm>
          <a:off x="276881" y="3640166"/>
          <a:ext cx="503420" cy="50342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A38092-F267-45AF-8F1C-1546A03EC2C2}">
      <dsp:nvSpPr>
        <dsp:cNvPr id="0" name=""/>
        <dsp:cNvSpPr/>
      </dsp:nvSpPr>
      <dsp:spPr>
        <a:xfrm>
          <a:off x="1057183" y="3434221"/>
          <a:ext cx="9458416" cy="9153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6870" tIns="96870" rIns="96870" bIns="96870" numCol="1" spcCol="1270" anchor="ctr" anchorCtr="0">
          <a:noAutofit/>
        </a:bodyPr>
        <a:lstStyle/>
        <a:p>
          <a:pPr marL="0" lvl="0" indent="0" algn="l" defTabSz="977900">
            <a:lnSpc>
              <a:spcPct val="100000"/>
            </a:lnSpc>
            <a:spcBef>
              <a:spcPct val="0"/>
            </a:spcBef>
            <a:spcAft>
              <a:spcPct val="35000"/>
            </a:spcAft>
            <a:buNone/>
          </a:pPr>
          <a:r>
            <a:rPr lang="es-CL" sz="2200" kern="1200"/>
            <a:t>Visualización: Power BI para el análisis de indicadores.</a:t>
          </a:r>
          <a:endParaRPr lang="en-US" sz="2200" kern="1200"/>
        </a:p>
      </dsp:txBody>
      <dsp:txXfrm>
        <a:off x="1057183" y="3434221"/>
        <a:ext cx="9458416" cy="91531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7/3/layout/HorizontalPathTimeline">
  <dgm:title val="Horizontal Path Timeline"/>
  <dgm:desc val="Use to show a list of events in chronological order. The rectangular shape contains the description while the date is shown near the circular dot along the time line. It's the perfect SmartArt for displaying large amount of text with a short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refType="h" fact="0.04"/>
      <dgm:constr type="ctrY" for="ch" forName="divider" refType="h" fact="0.5"/>
      <dgm:constr type="l" for="ch" forName="divider"/>
      <dgm:constr type="w" for="ch" forName="nodes" refType="w"/>
      <dgm:constr type="h" for="ch" forName="nodes" refType="h"/>
    </dgm:constrLst>
    <dgm:layoutNode name="divider" styleLbl="node1">
      <dgm:alg type="sp"/>
      <dgm:shape xmlns:r="http://schemas.openxmlformats.org/officeDocument/2006/relationships" type="rect" r:blip="" zOrderOff="2">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
                <dgm:constr type="l" for="ch" forName="L1TextContainer" refType="w" fact="0.1"/>
                <dgm:constr type="t" for="ch" forName="L1TextContainer" refType="h" fact="0.537"/>
                <dgm:constr type="h" for="ch" forName="L1TextContainer" refType="h" fact="0.113"/>
                <dgm:constr type="w" for="ch" forName="L2TextContainerWrapper" refType="w" fact="0.88"/>
                <dgm:constr type="h" for="ch" forName="L2TextContainerWrapper" refType="h" fact="0.31"/>
                <dgm:constr type="b" for="ch" forName="L2TextContainerWrapper" refType="h" fact="0.31"/>
                <dgm:constr type="l" for="ch" forName="L2TextContainerWrapper" refType="w" fact="0.06"/>
                <dgm:constr type="w" for="ch" forName="ConnectLine"/>
                <dgm:constr type="l" for="ch" forName="ConnectLine" refType="w" fact="0.5"/>
                <dgm:constr type="h" for="ch" forName="ConnectLine" refType="h" fact="0.17"/>
                <dgm:constr type="t" for="ch" forName="ConnectLine" refType="h" fact="0.31"/>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
                <dgm:constr type="l" for="ch" forName="L1TextContainer" refType="w" fact="0.1"/>
                <dgm:constr type="t" for="ch" forName="L1TextContainer" refType="h" fact="0.35"/>
                <dgm:constr type="h" for="ch" forName="L1TextContainer" refType="h" fact="0.113"/>
                <dgm:constr type="w" for="ch" forName="L2TextContainerWrapper" refType="w" fact="0.88"/>
                <dgm:constr type="h" for="ch" forName="L2TextContainerWrapper" refType="h" fact="0.31"/>
                <dgm:constr type="t" for="ch" forName="L2TextContainerWrapper" refType="h" fact="0.69"/>
                <dgm:constr type="l" for="ch" forName="L2TextContainerWrapper" refType="w" fact="0.06"/>
                <dgm:constr type="w" for="ch" forName="ConnectLine"/>
                <dgm:constr type="l" for="ch" forName="ConnectLine" refType="w" fact="0.5"/>
                <dgm:constr type="h" for="ch" forName="ConnectLine" refType="h" fact="0.17"/>
                <dgm:constr type="t" for="ch" forName="ConnectLine" refType="h" fact="0.52"/>
                <dgm:constr type="w" for="ch" forName="ConnectorPoint" refType="h" fact="0.025"/>
                <dgm:constr type="h" for="ch" forName="ConnectorPoint" refType="h" fact="0.02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styleLbl="bgAccFollowNode1">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45"/>
                  <dgm:constr type="b" for="ch" forName="L2TextContainer" refType="h"/>
                  <dgm:constr type="h" for="ch" forName="FlexibleEmptyPlaceHolder" refType="h" fact="0.55"/>
                </dgm:constrLst>
              </dgm:if>
              <dgm:else name="CaseForPlacingL2TextContaineBelowDivider">
                <dgm:constrLst>
                  <dgm:constr type="h" for="ch" forName="L2TextContainer" refType="h" fact="0.45"/>
                  <dgm:constr type="h" for="ch" forName="FlexibleEmptyPlaceHolder" refType="h" fact="0.55"/>
                  <dgm:constr type="b" for="ch" forName="FlexibleEmptyPlaceHolder" refType="h"/>
                </dgm:constrLst>
              </dgm:else>
            </dgm:choose>
            <dgm:layoutNode name="L2TextContainer" styleLbl="bgAccFollowNode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lMarg" refType="primFontSz" fact="0.75"/>
                <dgm:constr type="rMarg" refType="primFontSz" fact="0.75"/>
                <dgm:constr type="tMarg" refType="primFontSz" fact="0.75"/>
                <dgm:constr type="bMarg" refType="primFontSz" fact="0.75"/>
              </dgm:constrLst>
              <dgm:ruleLst>
                <dgm:rule type="h" val="INF" fact="NaN" max="NaN"/>
                <dgm:rule type="primFontSz" val="11" fact="NaN" max="NaN"/>
                <dgm:rule type="secFontSz" val="9"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alignNode1" moveWith="L2TextContainer">
            <dgm:alg type="sp"/>
            <dgm:shape xmlns:r="http://schemas.openxmlformats.org/officeDocument/2006/relationships" type="line" r:blip="" zOrderOff="-1">
              <dgm:adjLst/>
              <dgm:extLst>
                <a:ext uri="{B698B0E9-8C71-41B9-8309-B3DCBF30829C}">
                  <dgm1612:spPr xmlns:dgm1612="http://schemas.microsoft.com/office/drawing/2016/12/diagram">
                    <a:ln w="6350">
                      <a:prstDash val="dash"/>
                    </a:ln>
                  </dgm1612:spPr>
                </a:ext>
              </dgm:extLst>
            </dgm:shape>
            <dgm:presOf/>
            <dgm:constrLst/>
          </dgm:layoutNode>
          <dgm:layoutNode name="ConnectorPoint" styleLbl="fgAcc1" moveWith="L2TextContainer">
            <dgm:alg type="sp"/>
            <dgm:shape xmlns:r="http://schemas.openxmlformats.org/officeDocument/2006/relationships" type="ellipse" r:blip="" zOrderOff="10">
              <dgm:adjLst/>
              <dgm:extLst>
                <a:ext uri="{B698B0E9-8C71-41B9-8309-B3DCBF30829C}">
                  <dgm1612:spPr xmlns:dgm1612="http://schemas.microsoft.com/office/drawing/2016/12/diagram">
                    <a:ln>
                      <a:noFill/>
                    </a:ln>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1/12/2026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26666818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1/12/2026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86609035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67F45AC6-C491-4585-A584-9CE2AF7D5500}" type="datetime1">
              <a:rPr lang="en-US" smtClean="0"/>
              <a:t>1/12/2026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30078110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67F45AC6-C491-4585-A584-9CE2AF7D5500}" type="datetime1">
              <a:rPr lang="en-US" smtClean="0"/>
              <a:t>1/12/2026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52414677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67F45AC6-C491-4585-A584-9CE2AF7D5500}" type="datetime1">
              <a:rPr lang="en-US" smtClean="0"/>
              <a:t>1/12/2026</a:t>
            </a:fld>
            <a:endParaRPr lang="en-US"/>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795339634"/>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67F45AC6-C491-4585-A584-9CE2AF7D5500}" type="datetime1">
              <a:rPr lang="en-US" smtClean="0"/>
              <a:t>1/12/2026</a:t>
            </a:fld>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766465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F45AC6-C491-4585-A584-9CE2AF7D5500}" type="datetime1">
              <a:rPr lang="en-US" smtClean="0"/>
              <a:t>1/12/2026</a:t>
            </a:fld>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885596048"/>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7F45AC6-C491-4585-A584-9CE2AF7D5500}" type="datetime1">
              <a:rPr lang="en-US" smtClean="0"/>
              <a:t>1/12/2026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7936756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7F45AC6-C491-4585-A584-9CE2AF7D5500}" type="datetime1">
              <a:rPr lang="en-US" smtClean="0"/>
              <a:t>1/12/2026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7157180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1/12/2026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1803989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7F45AC6-C491-4585-A584-9CE2AF7D5500}" type="datetime1">
              <a:rPr lang="en-US" smtClean="0"/>
              <a:t>1/12/2026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95508806"/>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F45AC6-C491-4585-A584-9CE2AF7D5500}" type="datetime1">
              <a:rPr lang="en-US" smtClean="0"/>
              <a:t>1/12/2026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1491040197"/>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4" name="Rectangle 33">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3">
            <a:extLst>
              <a:ext uri="{FF2B5EF4-FFF2-40B4-BE49-F238E27FC236}">
                <a16:creationId xmlns:a16="http://schemas.microsoft.com/office/drawing/2014/main" id="{EF96AAD8-4D01-4991-C6AE-D67508B7EF13}"/>
              </a:ext>
            </a:extLst>
          </p:cNvPr>
          <p:cNvPicPr>
            <a:picLocks noChangeAspect="1"/>
          </p:cNvPicPr>
          <p:nvPr/>
        </p:nvPicPr>
        <p:blipFill>
          <a:blip r:embed="rId2"/>
          <a:srcRect t="22296" r="9089" b="5781"/>
          <a:stretch>
            <a:fillRect/>
          </a:stretch>
        </p:blipFill>
        <p:spPr>
          <a:xfrm>
            <a:off x="3523488" y="10"/>
            <a:ext cx="8668512" cy="6857990"/>
          </a:xfrm>
          <a:prstGeom prst="rect">
            <a:avLst/>
          </a:prstGeom>
        </p:spPr>
      </p:pic>
      <p:sp>
        <p:nvSpPr>
          <p:cNvPr id="36" name="Rectangle 35">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585469CD-BB03-6A06-63A5-17C67C5FA41F}"/>
              </a:ext>
            </a:extLst>
          </p:cNvPr>
          <p:cNvSpPr>
            <a:spLocks noGrp="1"/>
          </p:cNvSpPr>
          <p:nvPr>
            <p:ph type="ctrTitle"/>
          </p:nvPr>
        </p:nvSpPr>
        <p:spPr>
          <a:xfrm>
            <a:off x="477981" y="1122363"/>
            <a:ext cx="4023360" cy="3204134"/>
          </a:xfrm>
        </p:spPr>
        <p:txBody>
          <a:bodyPr vert="horz" lIns="91440" tIns="45720" rIns="91440" bIns="45720" rtlCol="0" anchor="b">
            <a:normAutofit/>
          </a:bodyPr>
          <a:lstStyle/>
          <a:p>
            <a:pPr algn="l"/>
            <a:r>
              <a:rPr lang="en-US" sz="3000" b="1" dirty="0"/>
              <a:t>Sistema de </a:t>
            </a:r>
            <a:r>
              <a:rPr lang="en-US" sz="3000" b="1" dirty="0" err="1"/>
              <a:t>Apoyo</a:t>
            </a:r>
            <a:r>
              <a:rPr lang="en-US" sz="3000" b="1" dirty="0"/>
              <a:t> al </a:t>
            </a:r>
            <a:r>
              <a:rPr lang="en-US" sz="3000" b="1" dirty="0" err="1"/>
              <a:t>Diagnóstico</a:t>
            </a:r>
            <a:r>
              <a:rPr lang="en-US" sz="3000" b="1" dirty="0"/>
              <a:t> Temprano de </a:t>
            </a:r>
            <a:r>
              <a:rPr lang="en-US" sz="3000" b="1" dirty="0" err="1"/>
              <a:t>Cáncer</a:t>
            </a:r>
            <a:r>
              <a:rPr lang="en-US" sz="3000" b="1" dirty="0"/>
              <a:t> de Mama </a:t>
            </a:r>
            <a:r>
              <a:rPr lang="en-US" sz="3000" b="1" dirty="0" err="1"/>
              <a:t>mediante</a:t>
            </a:r>
            <a:r>
              <a:rPr lang="en-US" sz="3000" b="1" dirty="0"/>
              <a:t> </a:t>
            </a:r>
            <a:r>
              <a:rPr lang="en-US" sz="3000" b="1" dirty="0" err="1"/>
              <a:t>Modelos</a:t>
            </a:r>
            <a:r>
              <a:rPr lang="en-US" sz="3000" b="1" dirty="0"/>
              <a:t> </a:t>
            </a:r>
            <a:r>
              <a:rPr lang="en-US" sz="3000" b="1" dirty="0" err="1"/>
              <a:t>Predictivos</a:t>
            </a:r>
            <a:r>
              <a:rPr lang="en-US" sz="3000" b="1" dirty="0"/>
              <a:t> de Machine Learning.</a:t>
            </a:r>
          </a:p>
        </p:txBody>
      </p:sp>
      <p:sp>
        <p:nvSpPr>
          <p:cNvPr id="3" name="Subtítulo 2">
            <a:extLst>
              <a:ext uri="{FF2B5EF4-FFF2-40B4-BE49-F238E27FC236}">
                <a16:creationId xmlns:a16="http://schemas.microsoft.com/office/drawing/2014/main" id="{FF333E37-C28F-CF7E-3288-98DB6DE73E1A}"/>
              </a:ext>
            </a:extLst>
          </p:cNvPr>
          <p:cNvSpPr>
            <a:spLocks noGrp="1"/>
          </p:cNvSpPr>
          <p:nvPr>
            <p:ph type="subTitle" idx="1"/>
          </p:nvPr>
        </p:nvSpPr>
        <p:spPr>
          <a:xfrm>
            <a:off x="477980" y="4872922"/>
            <a:ext cx="4023359" cy="1208141"/>
          </a:xfrm>
        </p:spPr>
        <p:txBody>
          <a:bodyPr vert="horz" lIns="91440" tIns="45720" rIns="91440" bIns="45720" rtlCol="0">
            <a:normAutofit/>
          </a:bodyPr>
          <a:lstStyle/>
          <a:p>
            <a:pPr indent="-228600" algn="l">
              <a:buFont typeface="Arial" panose="020B0604020202020204" pitchFamily="34" charset="0"/>
              <a:buChar char="•"/>
            </a:pPr>
            <a:r>
              <a:rPr lang="en-US" sz="1300"/>
              <a:t>Karla Acuña Bravo.</a:t>
            </a:r>
          </a:p>
          <a:p>
            <a:pPr indent="-228600" algn="l">
              <a:buFont typeface="Arial" panose="020B0604020202020204" pitchFamily="34" charset="0"/>
              <a:buChar char="•"/>
            </a:pPr>
            <a:r>
              <a:rPr lang="en-US" sz="1300"/>
              <a:t>Ingeniería en Informática</a:t>
            </a:r>
          </a:p>
          <a:p>
            <a:pPr indent="-228600" algn="l">
              <a:buFont typeface="Arial" panose="020B0604020202020204" pitchFamily="34" charset="0"/>
              <a:buChar char="•"/>
            </a:pPr>
            <a:r>
              <a:rPr lang="en-US" sz="1300"/>
              <a:t>Capstone – TAV 2026</a:t>
            </a:r>
          </a:p>
          <a:p>
            <a:pPr indent="-228600" algn="l">
              <a:buFont typeface="Arial" panose="020B0604020202020204" pitchFamily="34" charset="0"/>
              <a:buChar char="•"/>
            </a:pPr>
            <a:r>
              <a:rPr lang="en-US" sz="1300"/>
              <a:t>Duoc UC</a:t>
            </a:r>
          </a:p>
        </p:txBody>
      </p:sp>
      <p:sp>
        <p:nvSpPr>
          <p:cNvPr id="38" name="Rectangle 3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0" name="Rectangle 3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10261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ítulo 1">
            <a:extLst>
              <a:ext uri="{FF2B5EF4-FFF2-40B4-BE49-F238E27FC236}">
                <a16:creationId xmlns:a16="http://schemas.microsoft.com/office/drawing/2014/main" id="{48CB573D-9E76-EADE-6806-E19F8A9C25FE}"/>
              </a:ext>
            </a:extLst>
          </p:cNvPr>
          <p:cNvSpPr>
            <a:spLocks noGrp="1"/>
          </p:cNvSpPr>
          <p:nvPr>
            <p:ph type="title"/>
          </p:nvPr>
        </p:nvSpPr>
        <p:spPr>
          <a:xfrm>
            <a:off x="640080" y="1243013"/>
            <a:ext cx="3855720" cy="4371974"/>
          </a:xfrm>
        </p:spPr>
        <p:txBody>
          <a:bodyPr>
            <a:normAutofit/>
          </a:bodyPr>
          <a:lstStyle/>
          <a:p>
            <a:r>
              <a:rPr lang="es-CL" sz="3600">
                <a:solidFill>
                  <a:schemeClr val="tx2"/>
                </a:solidFill>
              </a:rPr>
              <a:t>Contexto</a:t>
            </a:r>
          </a:p>
        </p:txBody>
      </p:sp>
      <p:sp>
        <p:nvSpPr>
          <p:cNvPr id="3" name="Marcador de contenido 2">
            <a:extLst>
              <a:ext uri="{FF2B5EF4-FFF2-40B4-BE49-F238E27FC236}">
                <a16:creationId xmlns:a16="http://schemas.microsoft.com/office/drawing/2014/main" id="{6EA430A9-7A3A-D101-87A3-74EBB3ADE3F2}"/>
              </a:ext>
            </a:extLst>
          </p:cNvPr>
          <p:cNvSpPr>
            <a:spLocks noGrp="1"/>
          </p:cNvSpPr>
          <p:nvPr>
            <p:ph idx="1"/>
          </p:nvPr>
        </p:nvSpPr>
        <p:spPr>
          <a:xfrm>
            <a:off x="6172200" y="804672"/>
            <a:ext cx="5221224" cy="5230368"/>
          </a:xfrm>
        </p:spPr>
        <p:txBody>
          <a:bodyPr anchor="ctr">
            <a:normAutofit/>
          </a:bodyPr>
          <a:lstStyle/>
          <a:p>
            <a:r>
              <a:rPr lang="es-CL" sz="1800" b="1" dirty="0">
                <a:solidFill>
                  <a:schemeClr val="tx2"/>
                </a:solidFill>
              </a:rPr>
              <a:t>Realidad Nacional:</a:t>
            </a:r>
            <a:r>
              <a:rPr lang="es-CL" sz="1800" dirty="0">
                <a:solidFill>
                  <a:schemeClr val="tx2"/>
                </a:solidFill>
              </a:rPr>
              <a:t> El cáncer de mama es la primera causa de muerte por cáncer en mujeres en Chile.</a:t>
            </a:r>
          </a:p>
          <a:p>
            <a:r>
              <a:rPr lang="es-CL" sz="1800" b="1" dirty="0">
                <a:solidFill>
                  <a:schemeClr val="tx2"/>
                </a:solidFill>
              </a:rPr>
              <a:t>Oportunidad:</a:t>
            </a:r>
            <a:r>
              <a:rPr lang="es-CL" sz="1800" dirty="0">
                <a:solidFill>
                  <a:schemeClr val="tx2"/>
                </a:solidFill>
              </a:rPr>
              <a:t> El diagnóstico tardío reduce drásticamente las tasas de supervivencia, haciendo necesaria la integración de herramientas de salud digital.</a:t>
            </a:r>
          </a:p>
          <a:p>
            <a:r>
              <a:rPr lang="es-CL" sz="1800" b="1" dirty="0">
                <a:solidFill>
                  <a:schemeClr val="tx2"/>
                </a:solidFill>
              </a:rPr>
              <a:t>Alineación Profesional: </a:t>
            </a:r>
            <a:r>
              <a:rPr lang="es-CL" sz="1800" dirty="0">
                <a:solidFill>
                  <a:schemeClr val="tx2"/>
                </a:solidFill>
              </a:rPr>
              <a:t>Interés en el ciclo de vida del dato y su transformación en información predictiva con impacto social real.</a:t>
            </a:r>
          </a:p>
        </p:txBody>
      </p:sp>
    </p:spTree>
    <p:extLst>
      <p:ext uri="{BB962C8B-B14F-4D97-AF65-F5344CB8AC3E}">
        <p14:creationId xmlns:p14="http://schemas.microsoft.com/office/powerpoint/2010/main" val="23044361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575B70-183D-A87E-E700-E34DED907D24}"/>
              </a:ext>
            </a:extLst>
          </p:cNvPr>
          <p:cNvSpPr>
            <a:spLocks noGrp="1"/>
          </p:cNvSpPr>
          <p:nvPr>
            <p:ph type="title"/>
          </p:nvPr>
        </p:nvSpPr>
        <p:spPr/>
        <p:txBody>
          <a:bodyPr/>
          <a:lstStyle/>
          <a:p>
            <a:r>
              <a:rPr lang="es-CL" dirty="0"/>
              <a:t>Problema - Solución</a:t>
            </a:r>
          </a:p>
        </p:txBody>
      </p:sp>
      <p:graphicFrame>
        <p:nvGraphicFramePr>
          <p:cNvPr id="7" name="Marcador de contenido 2">
            <a:extLst>
              <a:ext uri="{FF2B5EF4-FFF2-40B4-BE49-F238E27FC236}">
                <a16:creationId xmlns:a16="http://schemas.microsoft.com/office/drawing/2014/main" id="{FBE75FB8-C5E5-3F27-4438-584B6F7B487E}"/>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56593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5D06786-2E62-9945-E324-541C3567926B}"/>
              </a:ext>
            </a:extLst>
          </p:cNvPr>
          <p:cNvSpPr>
            <a:spLocks noGrp="1"/>
          </p:cNvSpPr>
          <p:nvPr>
            <p:ph type="title"/>
          </p:nvPr>
        </p:nvSpPr>
        <p:spPr>
          <a:xfrm>
            <a:off x="804672" y="802955"/>
            <a:ext cx="4766330" cy="1454051"/>
          </a:xfrm>
        </p:spPr>
        <p:txBody>
          <a:bodyPr>
            <a:normAutofit/>
          </a:bodyPr>
          <a:lstStyle/>
          <a:p>
            <a:r>
              <a:rPr lang="es-CL" sz="3600">
                <a:solidFill>
                  <a:schemeClr val="tx2"/>
                </a:solidFill>
              </a:rPr>
              <a:t>Público Objetivo</a:t>
            </a:r>
          </a:p>
        </p:txBody>
      </p:sp>
      <p:sp>
        <p:nvSpPr>
          <p:cNvPr id="22" name="Marcador de contenido 2">
            <a:extLst>
              <a:ext uri="{FF2B5EF4-FFF2-40B4-BE49-F238E27FC236}">
                <a16:creationId xmlns:a16="http://schemas.microsoft.com/office/drawing/2014/main" id="{C2D0E856-3E21-1ADE-C6DA-95843456E9F5}"/>
              </a:ext>
            </a:extLst>
          </p:cNvPr>
          <p:cNvSpPr>
            <a:spLocks noGrp="1"/>
          </p:cNvSpPr>
          <p:nvPr>
            <p:ph idx="1"/>
          </p:nvPr>
        </p:nvSpPr>
        <p:spPr>
          <a:xfrm>
            <a:off x="804672" y="2421683"/>
            <a:ext cx="4765949" cy="3353476"/>
          </a:xfrm>
        </p:spPr>
        <p:txBody>
          <a:bodyPr anchor="t">
            <a:normAutofit/>
          </a:bodyPr>
          <a:lstStyle/>
          <a:p>
            <a:r>
              <a:rPr lang="es-CL" sz="1800" b="1" dirty="0">
                <a:solidFill>
                  <a:schemeClr val="tx2"/>
                </a:solidFill>
              </a:rPr>
              <a:t>Usuarios Principales:</a:t>
            </a:r>
            <a:r>
              <a:rPr lang="es-CL" sz="1800" dirty="0">
                <a:solidFill>
                  <a:schemeClr val="tx2"/>
                </a:solidFill>
              </a:rPr>
              <a:t> Personal médico especializado, como radiólogos y oncólogos, que requieren apoyo en la etapa de tamizaje.</a:t>
            </a:r>
          </a:p>
          <a:p>
            <a:r>
              <a:rPr lang="es-CL" sz="1800" b="1" dirty="0">
                <a:solidFill>
                  <a:schemeClr val="tx2"/>
                </a:solidFill>
              </a:rPr>
              <a:t>Usuarios Finales: </a:t>
            </a:r>
            <a:r>
              <a:rPr lang="es-CL" sz="1800" dirty="0">
                <a:solidFill>
                  <a:schemeClr val="tx2"/>
                </a:solidFill>
              </a:rPr>
              <a:t>Personal de salud no informático que interactuará con una interfaz amigable para obtener predicciones en tiempo real.</a:t>
            </a:r>
          </a:p>
          <a:p>
            <a:r>
              <a:rPr lang="es-CL" sz="1800" b="1" dirty="0">
                <a:solidFill>
                  <a:schemeClr val="tx2"/>
                </a:solidFill>
              </a:rPr>
              <a:t>Beneficiarios:</a:t>
            </a:r>
            <a:r>
              <a:rPr lang="es-CL" sz="1800" dirty="0">
                <a:solidFill>
                  <a:schemeClr val="tx2"/>
                </a:solidFill>
              </a:rPr>
              <a:t> Pacientes en procesos de diagnóstico preventivo a nivel nacional.</a:t>
            </a:r>
          </a:p>
        </p:txBody>
      </p:sp>
      <p:grpSp>
        <p:nvGrpSpPr>
          <p:cNvPr id="32" name="Group 31">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33" name="Freeform: Shape 32">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Estetoscopio">
            <a:extLst>
              <a:ext uri="{FF2B5EF4-FFF2-40B4-BE49-F238E27FC236}">
                <a16:creationId xmlns:a16="http://schemas.microsoft.com/office/drawing/2014/main" id="{96452A88-5AF6-FB6B-4B4F-E974BFC8628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08392" y="1819656"/>
            <a:ext cx="4142232" cy="4142232"/>
          </a:xfrm>
          <a:prstGeom prst="rect">
            <a:avLst/>
          </a:prstGeom>
        </p:spPr>
      </p:pic>
    </p:spTree>
    <p:extLst>
      <p:ext uri="{BB962C8B-B14F-4D97-AF65-F5344CB8AC3E}">
        <p14:creationId xmlns:p14="http://schemas.microsoft.com/office/powerpoint/2010/main" val="4031747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CA06CD6-90CA-4C45-856C-6771339E1E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0000"/>
            </a:schemeClr>
          </a:solidFill>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ítulo 3">
            <a:extLst>
              <a:ext uri="{FF2B5EF4-FFF2-40B4-BE49-F238E27FC236}">
                <a16:creationId xmlns:a16="http://schemas.microsoft.com/office/drawing/2014/main" id="{518236A0-BD92-9107-24EA-51BBC731EE62}"/>
              </a:ext>
            </a:extLst>
          </p:cNvPr>
          <p:cNvSpPr>
            <a:spLocks noGrp="1"/>
          </p:cNvSpPr>
          <p:nvPr>
            <p:ph type="title"/>
          </p:nvPr>
        </p:nvSpPr>
        <p:spPr>
          <a:xfrm>
            <a:off x="838200" y="963507"/>
            <a:ext cx="3494362" cy="4930986"/>
          </a:xfrm>
        </p:spPr>
        <p:txBody>
          <a:bodyPr>
            <a:normAutofit/>
          </a:bodyPr>
          <a:lstStyle/>
          <a:p>
            <a:pPr algn="r"/>
            <a:r>
              <a:rPr lang="es-CL" dirty="0">
                <a:solidFill>
                  <a:schemeClr val="accent1"/>
                </a:solidFill>
              </a:rPr>
              <a:t>Objetivos General y Específicos</a:t>
            </a:r>
          </a:p>
        </p:txBody>
      </p:sp>
      <p:cxnSp>
        <p:nvCxnSpPr>
          <p:cNvPr id="13" name="Straight Connector 12">
            <a:extLst>
              <a:ext uri="{FF2B5EF4-FFF2-40B4-BE49-F238E27FC236}">
                <a16:creationId xmlns:a16="http://schemas.microsoft.com/office/drawing/2014/main" id="{5021601D-2758-4B15-A31C-FDA184C51B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10" name="Marcador de contenido 4">
            <a:extLst>
              <a:ext uri="{FF2B5EF4-FFF2-40B4-BE49-F238E27FC236}">
                <a16:creationId xmlns:a16="http://schemas.microsoft.com/office/drawing/2014/main" id="{8DCFBE6C-4F55-198A-7B2B-8DC6481545B1}"/>
              </a:ext>
            </a:extLst>
          </p:cNvPr>
          <p:cNvSpPr>
            <a:spLocks noGrp="1"/>
          </p:cNvSpPr>
          <p:nvPr>
            <p:ph sz="half" idx="1"/>
          </p:nvPr>
        </p:nvSpPr>
        <p:spPr>
          <a:xfrm>
            <a:off x="4976030" y="963507"/>
            <a:ext cx="6250940" cy="2304627"/>
          </a:xfrm>
        </p:spPr>
        <p:txBody>
          <a:bodyPr anchor="b">
            <a:normAutofit/>
          </a:bodyPr>
          <a:lstStyle/>
          <a:p>
            <a:pPr marL="0" indent="0">
              <a:buNone/>
            </a:pPr>
            <a:r>
              <a:rPr lang="es-CL" sz="2000" b="1"/>
              <a:t>Objetivo General</a:t>
            </a:r>
          </a:p>
          <a:p>
            <a:pPr marL="0" indent="0">
              <a:buNone/>
            </a:pPr>
            <a:r>
              <a:rPr lang="es-CL" sz="2000"/>
              <a:t>Implementar un sistema de apoyo al diagnóstico temprano de cáncer de mama mediante Machine Learning para predecir malignidad de lesiones.</a:t>
            </a:r>
          </a:p>
        </p:txBody>
      </p:sp>
      <p:sp>
        <p:nvSpPr>
          <p:cNvPr id="6" name="Marcador de contenido 5">
            <a:extLst>
              <a:ext uri="{FF2B5EF4-FFF2-40B4-BE49-F238E27FC236}">
                <a16:creationId xmlns:a16="http://schemas.microsoft.com/office/drawing/2014/main" id="{A8D6C974-0C25-67B1-EEE7-CA7EF4FFB1E9}"/>
              </a:ext>
            </a:extLst>
          </p:cNvPr>
          <p:cNvSpPr>
            <a:spLocks noGrp="1"/>
          </p:cNvSpPr>
          <p:nvPr>
            <p:ph sz="half" idx="2"/>
          </p:nvPr>
        </p:nvSpPr>
        <p:spPr>
          <a:xfrm>
            <a:off x="4976030" y="3589866"/>
            <a:ext cx="6250940" cy="2304628"/>
          </a:xfrm>
        </p:spPr>
        <p:txBody>
          <a:bodyPr>
            <a:normAutofit/>
          </a:bodyPr>
          <a:lstStyle/>
          <a:p>
            <a:pPr marL="0" indent="0">
              <a:buNone/>
            </a:pPr>
            <a:r>
              <a:rPr lang="es-CL" sz="1300" b="1" dirty="0"/>
              <a:t>Objetivos Específicos</a:t>
            </a:r>
          </a:p>
          <a:p>
            <a:pPr marL="514350" indent="-514350">
              <a:buFont typeface="+mj-lt"/>
              <a:buAutoNum type="arabicPeriod"/>
            </a:pPr>
            <a:r>
              <a:rPr lang="es-CL" sz="1300" dirty="0"/>
              <a:t>Analizar y preprocesar el conjunto de datos históricos (limpieza y normalización).</a:t>
            </a:r>
          </a:p>
          <a:p>
            <a:pPr marL="514350" indent="-514350">
              <a:buFont typeface="+mj-lt"/>
              <a:buAutoNum type="arabicPeriod"/>
            </a:pPr>
            <a:r>
              <a:rPr lang="es-CL" sz="1300" dirty="0"/>
              <a:t>Evaluar y seleccionar el algoritmo con mayor rendimiento entre Random Forest, SVM y Regresión Logística.</a:t>
            </a:r>
          </a:p>
          <a:p>
            <a:pPr marL="514350" indent="-514350">
              <a:buFont typeface="+mj-lt"/>
              <a:buAutoNum type="arabicPeriod"/>
            </a:pPr>
            <a:r>
              <a:rPr lang="es-CL" sz="1300" dirty="0"/>
              <a:t>Desarrollar una interfaz de usuario funcional para el ingreso de datos y obtención de resultados.</a:t>
            </a:r>
          </a:p>
          <a:p>
            <a:pPr marL="514350" indent="-514350">
              <a:buFont typeface="+mj-lt"/>
              <a:buAutoNum type="arabicPeriod"/>
            </a:pPr>
            <a:r>
              <a:rPr lang="es-CL" sz="1300" dirty="0"/>
              <a:t>Validar la solución mediante un plan de pruebas que asegure usabilidad y precisión.</a:t>
            </a:r>
          </a:p>
        </p:txBody>
      </p:sp>
    </p:spTree>
    <p:extLst>
      <p:ext uri="{BB962C8B-B14F-4D97-AF65-F5344CB8AC3E}">
        <p14:creationId xmlns:p14="http://schemas.microsoft.com/office/powerpoint/2010/main" val="1494615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CC231C8-C761-4B31-9B1C-C6D19248C6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ítulo 3">
            <a:extLst>
              <a:ext uri="{FF2B5EF4-FFF2-40B4-BE49-F238E27FC236}">
                <a16:creationId xmlns:a16="http://schemas.microsoft.com/office/drawing/2014/main" id="{F632B3EB-FB7A-E860-121E-B46164BBC7D6}"/>
              </a:ext>
            </a:extLst>
          </p:cNvPr>
          <p:cNvSpPr>
            <a:spLocks noGrp="1"/>
          </p:cNvSpPr>
          <p:nvPr>
            <p:ph type="title"/>
          </p:nvPr>
        </p:nvSpPr>
        <p:spPr>
          <a:xfrm>
            <a:off x="838200" y="557189"/>
            <a:ext cx="3374136" cy="5567891"/>
          </a:xfrm>
        </p:spPr>
        <p:txBody>
          <a:bodyPr>
            <a:normAutofit/>
          </a:bodyPr>
          <a:lstStyle/>
          <a:p>
            <a:r>
              <a:rPr lang="es-CL" sz="4800"/>
              <a:t>Metodología</a:t>
            </a:r>
          </a:p>
        </p:txBody>
      </p:sp>
      <p:graphicFrame>
        <p:nvGraphicFramePr>
          <p:cNvPr id="23" name="Marcador de contenido 4">
            <a:extLst>
              <a:ext uri="{FF2B5EF4-FFF2-40B4-BE49-F238E27FC236}">
                <a16:creationId xmlns:a16="http://schemas.microsoft.com/office/drawing/2014/main" id="{A0D0A9DE-A905-26C4-83F0-83069AF4F7C7}"/>
              </a:ext>
            </a:extLst>
          </p:cNvPr>
          <p:cNvGraphicFramePr>
            <a:graphicFrameLocks noGrp="1"/>
          </p:cNvGraphicFramePr>
          <p:nvPr>
            <p:ph idx="1"/>
            <p:extLst>
              <p:ext uri="{D42A27DB-BD31-4B8C-83A1-F6EECF244321}">
                <p14:modId xmlns:p14="http://schemas.microsoft.com/office/powerpoint/2010/main" val="2220054072"/>
              </p:ext>
            </p:extLst>
          </p:nvPr>
        </p:nvGraphicFramePr>
        <p:xfrm>
          <a:off x="5093208"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19491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EF4A9D-B5F2-A329-1631-B7C8D73E73EF}"/>
              </a:ext>
            </a:extLst>
          </p:cNvPr>
          <p:cNvSpPr>
            <a:spLocks noGrp="1"/>
          </p:cNvSpPr>
          <p:nvPr>
            <p:ph type="title"/>
          </p:nvPr>
        </p:nvSpPr>
        <p:spPr/>
        <p:txBody>
          <a:bodyPr/>
          <a:lstStyle/>
          <a:p>
            <a:r>
              <a:rPr lang="es-CL" dirty="0"/>
              <a:t>Cronograma (Plan de Trabajo)</a:t>
            </a:r>
          </a:p>
        </p:txBody>
      </p:sp>
      <p:graphicFrame>
        <p:nvGraphicFramePr>
          <p:cNvPr id="19" name="Marcador de contenido 2">
            <a:extLst>
              <a:ext uri="{FF2B5EF4-FFF2-40B4-BE49-F238E27FC236}">
                <a16:creationId xmlns:a16="http://schemas.microsoft.com/office/drawing/2014/main" id="{E9B08198-FA69-B0FF-8A92-BD617AF3FADE}"/>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482539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EF19685C-7780-B5B2-C9EA-DFAF22D2010D}"/>
              </a:ext>
            </a:extLst>
          </p:cNvPr>
          <p:cNvSpPr>
            <a:spLocks noGrp="1"/>
          </p:cNvSpPr>
          <p:nvPr>
            <p:ph type="title"/>
          </p:nvPr>
        </p:nvSpPr>
        <p:spPr>
          <a:xfrm>
            <a:off x="6094105" y="802955"/>
            <a:ext cx="4977976" cy="1454051"/>
          </a:xfrm>
        </p:spPr>
        <p:txBody>
          <a:bodyPr>
            <a:normAutofit/>
          </a:bodyPr>
          <a:lstStyle/>
          <a:p>
            <a:r>
              <a:rPr lang="es-CL" sz="3600">
                <a:solidFill>
                  <a:schemeClr val="tx2"/>
                </a:solidFill>
              </a:rPr>
              <a:t>Arquitectura</a:t>
            </a:r>
          </a:p>
        </p:txBody>
      </p:sp>
      <p:pic>
        <p:nvPicPr>
          <p:cNvPr id="7" name="Graphic 6" descr="ADN">
            <a:extLst>
              <a:ext uri="{FF2B5EF4-FFF2-40B4-BE49-F238E27FC236}">
                <a16:creationId xmlns:a16="http://schemas.microsoft.com/office/drawing/2014/main" id="{784E79FD-DA35-5EF5-CE5B-EDE4565F585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86951" y="1793846"/>
            <a:ext cx="3620021" cy="3620021"/>
          </a:xfrm>
          <a:prstGeom prst="rect">
            <a:avLst/>
          </a:prstGeom>
        </p:spPr>
      </p:pic>
      <p:sp>
        <p:nvSpPr>
          <p:cNvPr id="3" name="Marcador de contenido 2">
            <a:extLst>
              <a:ext uri="{FF2B5EF4-FFF2-40B4-BE49-F238E27FC236}">
                <a16:creationId xmlns:a16="http://schemas.microsoft.com/office/drawing/2014/main" id="{8CA1EB84-8755-E056-685D-53CED707F69A}"/>
              </a:ext>
            </a:extLst>
          </p:cNvPr>
          <p:cNvSpPr>
            <a:spLocks noGrp="1"/>
          </p:cNvSpPr>
          <p:nvPr>
            <p:ph idx="1"/>
          </p:nvPr>
        </p:nvSpPr>
        <p:spPr>
          <a:xfrm>
            <a:off x="6090574" y="2421682"/>
            <a:ext cx="4977578" cy="3639289"/>
          </a:xfrm>
        </p:spPr>
        <p:txBody>
          <a:bodyPr anchor="ctr">
            <a:normAutofit/>
          </a:bodyPr>
          <a:lstStyle/>
          <a:p>
            <a:r>
              <a:rPr lang="es-CL" sz="1800" b="1">
                <a:solidFill>
                  <a:schemeClr val="tx2"/>
                </a:solidFill>
              </a:rPr>
              <a:t>Entrada:</a:t>
            </a:r>
            <a:r>
              <a:rPr lang="es-CL" sz="1800">
                <a:solidFill>
                  <a:schemeClr val="tx2"/>
                </a:solidFill>
              </a:rPr>
              <a:t> Dataset especializado (ej. Wisconsin Breast Cancer) con características morfológicas del tumor.</a:t>
            </a:r>
          </a:p>
          <a:p>
            <a:r>
              <a:rPr lang="es-CL" sz="1800" b="1">
                <a:solidFill>
                  <a:schemeClr val="tx2"/>
                </a:solidFill>
              </a:rPr>
              <a:t>Procesamiento: </a:t>
            </a:r>
            <a:r>
              <a:rPr lang="es-CL" sz="1800">
                <a:solidFill>
                  <a:schemeClr val="tx2"/>
                </a:solidFill>
              </a:rPr>
              <a:t>Modelo predictivo optimizado (seleccionado por métricas de sensibilidad/recall).</a:t>
            </a:r>
          </a:p>
          <a:p>
            <a:r>
              <a:rPr lang="es-CL" sz="1800" b="1">
                <a:solidFill>
                  <a:schemeClr val="tx2"/>
                </a:solidFill>
              </a:rPr>
              <a:t>Salida: </a:t>
            </a:r>
            <a:r>
              <a:rPr lang="es-CL" sz="1800">
                <a:solidFill>
                  <a:schemeClr val="tx2"/>
                </a:solidFill>
              </a:rPr>
              <a:t>Sistema integrado que muestra la predicción de riesgo y un dashboard con indicadores clave de salud.</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3455776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86CA44-CF5B-7955-518D-F05AB8744B50}"/>
              </a:ext>
            </a:extLst>
          </p:cNvPr>
          <p:cNvSpPr>
            <a:spLocks noGrp="1"/>
          </p:cNvSpPr>
          <p:nvPr>
            <p:ph type="title"/>
          </p:nvPr>
        </p:nvSpPr>
        <p:spPr/>
        <p:txBody>
          <a:bodyPr/>
          <a:lstStyle/>
          <a:p>
            <a:r>
              <a:rPr lang="es-CL"/>
              <a:t>Stack Tecnológico</a:t>
            </a:r>
            <a:endParaRPr lang="es-CL" dirty="0"/>
          </a:p>
        </p:txBody>
      </p:sp>
      <p:graphicFrame>
        <p:nvGraphicFramePr>
          <p:cNvPr id="7" name="Marcador de contenido 2">
            <a:extLst>
              <a:ext uri="{FF2B5EF4-FFF2-40B4-BE49-F238E27FC236}">
                <a16:creationId xmlns:a16="http://schemas.microsoft.com/office/drawing/2014/main" id="{5E7A0D5B-110F-AB8B-BB14-79FC59CDC461}"/>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70364453"/>
      </p:ext>
    </p:extLst>
  </p:cSld>
  <p:clrMapOvr>
    <a:masterClrMapping/>
  </p:clrMapOvr>
</p:sld>
</file>

<file path=ppt/theme/theme1.xml><?xml version="1.0" encoding="utf-8"?>
<a:theme xmlns:a="http://schemas.openxmlformats.org/drawingml/2006/main" name="Office Theme">
  <a:themeElements>
    <a:clrScheme name="Capstone Fase 1 PPT">
      <a:dk1>
        <a:sysClr val="windowText" lastClr="000000"/>
      </a:dk1>
      <a:lt1>
        <a:sysClr val="window" lastClr="FFFFFF"/>
      </a:lt1>
      <a:dk2>
        <a:srgbClr val="2C3E50"/>
      </a:dk2>
      <a:lt2>
        <a:srgbClr val="F8F9F9"/>
      </a:lt2>
      <a:accent1>
        <a:srgbClr val="E89AB0"/>
      </a:accent1>
      <a:accent2>
        <a:srgbClr val="8E244D"/>
      </a:accent2>
      <a:accent3>
        <a:srgbClr val="34495E"/>
      </a:accent3>
      <a:accent4>
        <a:srgbClr val="F2D7D9"/>
      </a:accent4>
      <a:accent5>
        <a:srgbClr val="7F8C8D"/>
      </a:accent5>
      <a:accent6>
        <a:srgbClr val="D988B9"/>
      </a:accent6>
      <a:hlink>
        <a:srgbClr val="169C9A"/>
      </a:hlink>
      <a:folHlink>
        <a:srgbClr val="E15C3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97E0A228-C590-4D20-B05F-A6BF04A05448}"/>
    </a:ext>
  </a:extLst>
</a:theme>
</file>

<file path=docProps/app.xml><?xml version="1.0" encoding="utf-8"?>
<Properties xmlns="http://schemas.openxmlformats.org/officeDocument/2006/extended-properties" xmlns:vt="http://schemas.openxmlformats.org/officeDocument/2006/docPropsVTypes">
  <Template>Office Theme</Template>
  <TotalTime>95</TotalTime>
  <Words>576</Words>
  <Application>Microsoft Office PowerPoint</Application>
  <PresentationFormat>Panorámica</PresentationFormat>
  <Paragraphs>47</Paragraphs>
  <Slides>9</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9</vt:i4>
      </vt:variant>
    </vt:vector>
  </HeadingPairs>
  <TitlesOfParts>
    <vt:vector size="14" baseType="lpstr">
      <vt:lpstr>Aptos</vt:lpstr>
      <vt:lpstr>Aptos Display</vt:lpstr>
      <vt:lpstr>Arial</vt:lpstr>
      <vt:lpstr>Calibri</vt:lpstr>
      <vt:lpstr>Office Theme</vt:lpstr>
      <vt:lpstr>Sistema de Apoyo al Diagnóstico Temprano de Cáncer de Mama mediante Modelos Predictivos de Machine Learning.</vt:lpstr>
      <vt:lpstr>Contexto</vt:lpstr>
      <vt:lpstr>Problema - Solución</vt:lpstr>
      <vt:lpstr>Público Objetivo</vt:lpstr>
      <vt:lpstr>Objetivos General y Específicos</vt:lpstr>
      <vt:lpstr>Metodología</vt:lpstr>
      <vt:lpstr>Cronograma (Plan de Trabajo)</vt:lpstr>
      <vt:lpstr>Arquitectura</vt:lpstr>
      <vt:lpstr>Stack Tecnológico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Karla Acuña Bravo</dc:creator>
  <cp:lastModifiedBy>Karla Acuña Bravo</cp:lastModifiedBy>
  <cp:revision>13</cp:revision>
  <dcterms:created xsi:type="dcterms:W3CDTF">2026-01-12T22:14:53Z</dcterms:created>
  <dcterms:modified xsi:type="dcterms:W3CDTF">2026-01-12T23:50:23Z</dcterms:modified>
</cp:coreProperties>
</file>