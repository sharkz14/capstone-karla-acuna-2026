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sldIdLst>
    <p:sldId id="256" r:id="rId2"/>
    <p:sldId id="258" r:id="rId3"/>
    <p:sldId id="259" r:id="rId4"/>
    <p:sldId id="260" r:id="rId5"/>
    <p:sldId id="261" r:id="rId6"/>
    <p:sldId id="267" r:id="rId7"/>
    <p:sldId id="264" r:id="rId8"/>
    <p:sldId id="268" r:id="rId9"/>
    <p:sldId id="26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sin título" id="{B55B0189-35D8-46E7-A82C-2802A97249B4}">
          <p14:sldIdLst>
            <p14:sldId id="256"/>
            <p14:sldId id="258"/>
            <p14:sldId id="259"/>
            <p14:sldId id="260"/>
            <p14:sldId id="261"/>
            <p14:sldId id="267"/>
            <p14:sldId id="264"/>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9A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086120-14E3-4DB5-9AE0-7B17F1B82A7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CCE9677-C9A1-41D6-9B8B-6B19A0147BFB}">
      <dgm:prSet/>
      <dgm:spPr/>
      <dgm:t>
        <a:bodyPr/>
        <a:lstStyle/>
        <a:p>
          <a:pPr>
            <a:lnSpc>
              <a:spcPct val="100000"/>
            </a:lnSpc>
          </a:pPr>
          <a:r>
            <a:rPr lang="es-CL"/>
            <a:t>Problema: Necesidad de reducir el índice de falsos negativos y los tiempos de respuesta en la detección de tumores malignos.</a:t>
          </a:r>
          <a:endParaRPr lang="en-US"/>
        </a:p>
      </dgm:t>
    </dgm:pt>
    <dgm:pt modelId="{961DF08E-A4FA-4CB2-9CD5-0929F77D0FAC}" type="parTrans" cxnId="{A1BB042D-1597-4BE1-8108-4A640E5BDEA3}">
      <dgm:prSet/>
      <dgm:spPr/>
      <dgm:t>
        <a:bodyPr/>
        <a:lstStyle/>
        <a:p>
          <a:endParaRPr lang="en-US"/>
        </a:p>
      </dgm:t>
    </dgm:pt>
    <dgm:pt modelId="{164DDA3F-F51A-4457-9173-101BDE78886A}" type="sibTrans" cxnId="{A1BB042D-1597-4BE1-8108-4A640E5BDEA3}">
      <dgm:prSet/>
      <dgm:spPr/>
      <dgm:t>
        <a:bodyPr/>
        <a:lstStyle/>
        <a:p>
          <a:endParaRPr lang="en-US"/>
        </a:p>
      </dgm:t>
    </dgm:pt>
    <dgm:pt modelId="{7CB3259A-31BA-4CE4-82C1-F185F72909B2}">
      <dgm:prSet/>
      <dgm:spPr/>
      <dgm:t>
        <a:bodyPr/>
        <a:lstStyle/>
        <a:p>
          <a:pPr>
            <a:lnSpc>
              <a:spcPct val="100000"/>
            </a:lnSpc>
          </a:pPr>
          <a:r>
            <a:rPr lang="es-CL"/>
            <a:t>Solución: Un sistema informático que utiliza algoritmos de aprendizaje supervisado para clasificar lesiones mamarias como benignas o malignas basándose en parámetros clínico-históricos.</a:t>
          </a:r>
          <a:endParaRPr lang="en-US"/>
        </a:p>
      </dgm:t>
    </dgm:pt>
    <dgm:pt modelId="{A468CF49-0DC9-42A2-A484-329246F0F725}" type="parTrans" cxnId="{9EA8FE07-58BC-45BC-9661-C28DA715AD54}">
      <dgm:prSet/>
      <dgm:spPr/>
      <dgm:t>
        <a:bodyPr/>
        <a:lstStyle/>
        <a:p>
          <a:endParaRPr lang="en-US"/>
        </a:p>
      </dgm:t>
    </dgm:pt>
    <dgm:pt modelId="{558818A3-096B-4576-B261-536A261A62C5}" type="sibTrans" cxnId="{9EA8FE07-58BC-45BC-9661-C28DA715AD54}">
      <dgm:prSet/>
      <dgm:spPr/>
      <dgm:t>
        <a:bodyPr/>
        <a:lstStyle/>
        <a:p>
          <a:endParaRPr lang="en-US"/>
        </a:p>
      </dgm:t>
    </dgm:pt>
    <dgm:pt modelId="{20641CC4-7E25-45EE-9A52-5965E0A62B55}">
      <dgm:prSet/>
      <dgm:spPr/>
      <dgm:t>
        <a:bodyPr/>
        <a:lstStyle/>
        <a:p>
          <a:pPr>
            <a:lnSpc>
              <a:spcPct val="100000"/>
            </a:lnSpc>
          </a:pPr>
          <a:r>
            <a:rPr lang="es-CL"/>
            <a:t>Propuesta de Valor: Aumentar la precisión diagnóstica mediante el análisis automatizado de datos médicos complejos.</a:t>
          </a:r>
          <a:endParaRPr lang="en-US"/>
        </a:p>
      </dgm:t>
    </dgm:pt>
    <dgm:pt modelId="{E8729D26-E09B-457D-BA01-2A4B7EE83C28}" type="parTrans" cxnId="{C9F92EA6-127B-411F-B91D-2DA4B0701C41}">
      <dgm:prSet/>
      <dgm:spPr/>
      <dgm:t>
        <a:bodyPr/>
        <a:lstStyle/>
        <a:p>
          <a:endParaRPr lang="en-US"/>
        </a:p>
      </dgm:t>
    </dgm:pt>
    <dgm:pt modelId="{52AF692E-4266-4BF7-91CD-346CF021CA18}" type="sibTrans" cxnId="{C9F92EA6-127B-411F-B91D-2DA4B0701C41}">
      <dgm:prSet/>
      <dgm:spPr/>
      <dgm:t>
        <a:bodyPr/>
        <a:lstStyle/>
        <a:p>
          <a:endParaRPr lang="en-US"/>
        </a:p>
      </dgm:t>
    </dgm:pt>
    <dgm:pt modelId="{C3FB45DD-9904-4682-998A-3C779D13173A}" type="pres">
      <dgm:prSet presAssocID="{26086120-14E3-4DB5-9AE0-7B17F1B82A75}" presName="root" presStyleCnt="0">
        <dgm:presLayoutVars>
          <dgm:dir/>
          <dgm:resizeHandles val="exact"/>
        </dgm:presLayoutVars>
      </dgm:prSet>
      <dgm:spPr/>
    </dgm:pt>
    <dgm:pt modelId="{B601ED1F-7F67-4528-9A8D-9DA17EF611E0}" type="pres">
      <dgm:prSet presAssocID="{9CCE9677-C9A1-41D6-9B8B-6B19A0147BFB}" presName="compNode" presStyleCnt="0"/>
      <dgm:spPr/>
    </dgm:pt>
    <dgm:pt modelId="{E1460E8C-122D-499D-94C2-56E34A6FB285}" type="pres">
      <dgm:prSet presAssocID="{9CCE9677-C9A1-41D6-9B8B-6B19A0147BF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Irritante"/>
        </a:ext>
      </dgm:extLst>
    </dgm:pt>
    <dgm:pt modelId="{AEB4C6EF-7796-4BCB-BE20-DB3AF7D2B7BF}" type="pres">
      <dgm:prSet presAssocID="{9CCE9677-C9A1-41D6-9B8B-6B19A0147BFB}" presName="spaceRect" presStyleCnt="0"/>
      <dgm:spPr/>
    </dgm:pt>
    <dgm:pt modelId="{A3BEEFBA-EECA-4F0E-8E05-0A1EC80C9B5B}" type="pres">
      <dgm:prSet presAssocID="{9CCE9677-C9A1-41D6-9B8B-6B19A0147BFB}" presName="textRect" presStyleLbl="revTx" presStyleIdx="0" presStyleCnt="3">
        <dgm:presLayoutVars>
          <dgm:chMax val="1"/>
          <dgm:chPref val="1"/>
        </dgm:presLayoutVars>
      </dgm:prSet>
      <dgm:spPr/>
    </dgm:pt>
    <dgm:pt modelId="{5683AF16-4AAA-4879-AACD-8310934DFE19}" type="pres">
      <dgm:prSet presAssocID="{164DDA3F-F51A-4457-9173-101BDE78886A}" presName="sibTrans" presStyleCnt="0"/>
      <dgm:spPr/>
    </dgm:pt>
    <dgm:pt modelId="{BB9D4477-8C3D-4672-8468-09ACF64D34C7}" type="pres">
      <dgm:prSet presAssocID="{7CB3259A-31BA-4CE4-82C1-F185F72909B2}" presName="compNode" presStyleCnt="0"/>
      <dgm:spPr/>
    </dgm:pt>
    <dgm:pt modelId="{629DF08C-8E8D-4589-B710-05AE99785EFD}" type="pres">
      <dgm:prSet presAssocID="{7CB3259A-31BA-4CE4-82C1-F185F72909B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ED7CAACB-FAAA-4C57-80AC-83C3A8C5E088}" type="pres">
      <dgm:prSet presAssocID="{7CB3259A-31BA-4CE4-82C1-F185F72909B2}" presName="spaceRect" presStyleCnt="0"/>
      <dgm:spPr/>
    </dgm:pt>
    <dgm:pt modelId="{AE5E8335-1B18-491B-8497-298A5F5A837B}" type="pres">
      <dgm:prSet presAssocID="{7CB3259A-31BA-4CE4-82C1-F185F72909B2}" presName="textRect" presStyleLbl="revTx" presStyleIdx="1" presStyleCnt="3">
        <dgm:presLayoutVars>
          <dgm:chMax val="1"/>
          <dgm:chPref val="1"/>
        </dgm:presLayoutVars>
      </dgm:prSet>
      <dgm:spPr/>
    </dgm:pt>
    <dgm:pt modelId="{D67A30EC-D2B8-4F76-A8E6-4CA09F54E640}" type="pres">
      <dgm:prSet presAssocID="{558818A3-096B-4576-B261-536A261A62C5}" presName="sibTrans" presStyleCnt="0"/>
      <dgm:spPr/>
    </dgm:pt>
    <dgm:pt modelId="{ACCDC887-910A-4586-8D7B-EB672FB19C54}" type="pres">
      <dgm:prSet presAssocID="{20641CC4-7E25-45EE-9A52-5965E0A62B55}" presName="compNode" presStyleCnt="0"/>
      <dgm:spPr/>
    </dgm:pt>
    <dgm:pt modelId="{6CFBDD10-5D81-43B9-A39E-37539F73A641}" type="pres">
      <dgm:prSet presAssocID="{20641CC4-7E25-45EE-9A52-5965E0A62B5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86801C4E-96A6-4079-8ECD-868F14D6C476}" type="pres">
      <dgm:prSet presAssocID="{20641CC4-7E25-45EE-9A52-5965E0A62B55}" presName="spaceRect" presStyleCnt="0"/>
      <dgm:spPr/>
    </dgm:pt>
    <dgm:pt modelId="{EFB8A363-C6ED-4986-AC0B-B991D4737791}" type="pres">
      <dgm:prSet presAssocID="{20641CC4-7E25-45EE-9A52-5965E0A62B55}" presName="textRect" presStyleLbl="revTx" presStyleIdx="2" presStyleCnt="3">
        <dgm:presLayoutVars>
          <dgm:chMax val="1"/>
          <dgm:chPref val="1"/>
        </dgm:presLayoutVars>
      </dgm:prSet>
      <dgm:spPr/>
    </dgm:pt>
  </dgm:ptLst>
  <dgm:cxnLst>
    <dgm:cxn modelId="{9EA8FE07-58BC-45BC-9661-C28DA715AD54}" srcId="{26086120-14E3-4DB5-9AE0-7B17F1B82A75}" destId="{7CB3259A-31BA-4CE4-82C1-F185F72909B2}" srcOrd="1" destOrd="0" parTransId="{A468CF49-0DC9-42A2-A484-329246F0F725}" sibTransId="{558818A3-096B-4576-B261-536A261A62C5}"/>
    <dgm:cxn modelId="{4868E21D-EA50-477A-A67F-55CA62FC41BD}" type="presOf" srcId="{9CCE9677-C9A1-41D6-9B8B-6B19A0147BFB}" destId="{A3BEEFBA-EECA-4F0E-8E05-0A1EC80C9B5B}" srcOrd="0" destOrd="0" presId="urn:microsoft.com/office/officeart/2018/2/layout/IconLabelList"/>
    <dgm:cxn modelId="{A1BB042D-1597-4BE1-8108-4A640E5BDEA3}" srcId="{26086120-14E3-4DB5-9AE0-7B17F1B82A75}" destId="{9CCE9677-C9A1-41D6-9B8B-6B19A0147BFB}" srcOrd="0" destOrd="0" parTransId="{961DF08E-A4FA-4CB2-9CD5-0929F77D0FAC}" sibTransId="{164DDA3F-F51A-4457-9173-101BDE78886A}"/>
    <dgm:cxn modelId="{5A287890-AA0C-4B79-A5D0-BE621DEC977D}" type="presOf" srcId="{20641CC4-7E25-45EE-9A52-5965E0A62B55}" destId="{EFB8A363-C6ED-4986-AC0B-B991D4737791}" srcOrd="0" destOrd="0" presId="urn:microsoft.com/office/officeart/2018/2/layout/IconLabelList"/>
    <dgm:cxn modelId="{98CD9391-3E85-4C48-8773-2887647624AA}" type="presOf" srcId="{26086120-14E3-4DB5-9AE0-7B17F1B82A75}" destId="{C3FB45DD-9904-4682-998A-3C779D13173A}" srcOrd="0" destOrd="0" presId="urn:microsoft.com/office/officeart/2018/2/layout/IconLabelList"/>
    <dgm:cxn modelId="{C9F92EA6-127B-411F-B91D-2DA4B0701C41}" srcId="{26086120-14E3-4DB5-9AE0-7B17F1B82A75}" destId="{20641CC4-7E25-45EE-9A52-5965E0A62B55}" srcOrd="2" destOrd="0" parTransId="{E8729D26-E09B-457D-BA01-2A4B7EE83C28}" sibTransId="{52AF692E-4266-4BF7-91CD-346CF021CA18}"/>
    <dgm:cxn modelId="{2D21E5E1-D57C-446E-8931-8FF6DEEFDA4B}" type="presOf" srcId="{7CB3259A-31BA-4CE4-82C1-F185F72909B2}" destId="{AE5E8335-1B18-491B-8497-298A5F5A837B}" srcOrd="0" destOrd="0" presId="urn:microsoft.com/office/officeart/2018/2/layout/IconLabelList"/>
    <dgm:cxn modelId="{F4B84B5D-317D-404D-A7A6-52CDDE0B2CEC}" type="presParOf" srcId="{C3FB45DD-9904-4682-998A-3C779D13173A}" destId="{B601ED1F-7F67-4528-9A8D-9DA17EF611E0}" srcOrd="0" destOrd="0" presId="urn:microsoft.com/office/officeart/2018/2/layout/IconLabelList"/>
    <dgm:cxn modelId="{81D56ECE-D94D-4D6B-A9F4-D67B93EA1AA6}" type="presParOf" srcId="{B601ED1F-7F67-4528-9A8D-9DA17EF611E0}" destId="{E1460E8C-122D-499D-94C2-56E34A6FB285}" srcOrd="0" destOrd="0" presId="urn:microsoft.com/office/officeart/2018/2/layout/IconLabelList"/>
    <dgm:cxn modelId="{21EA5C4A-9408-4D16-8B66-469FFDD07A94}" type="presParOf" srcId="{B601ED1F-7F67-4528-9A8D-9DA17EF611E0}" destId="{AEB4C6EF-7796-4BCB-BE20-DB3AF7D2B7BF}" srcOrd="1" destOrd="0" presId="urn:microsoft.com/office/officeart/2018/2/layout/IconLabelList"/>
    <dgm:cxn modelId="{A0899B71-3AEE-447C-A590-8DE632D97D4B}" type="presParOf" srcId="{B601ED1F-7F67-4528-9A8D-9DA17EF611E0}" destId="{A3BEEFBA-EECA-4F0E-8E05-0A1EC80C9B5B}" srcOrd="2" destOrd="0" presId="urn:microsoft.com/office/officeart/2018/2/layout/IconLabelList"/>
    <dgm:cxn modelId="{5A89B6A8-636F-4EAB-8A43-465AB67A1F98}" type="presParOf" srcId="{C3FB45DD-9904-4682-998A-3C779D13173A}" destId="{5683AF16-4AAA-4879-AACD-8310934DFE19}" srcOrd="1" destOrd="0" presId="urn:microsoft.com/office/officeart/2018/2/layout/IconLabelList"/>
    <dgm:cxn modelId="{89B779BC-917C-4C2E-B615-A07E388681FC}" type="presParOf" srcId="{C3FB45DD-9904-4682-998A-3C779D13173A}" destId="{BB9D4477-8C3D-4672-8468-09ACF64D34C7}" srcOrd="2" destOrd="0" presId="urn:microsoft.com/office/officeart/2018/2/layout/IconLabelList"/>
    <dgm:cxn modelId="{1EA0F20F-D323-4D5B-BBCB-832A5E61F51F}" type="presParOf" srcId="{BB9D4477-8C3D-4672-8468-09ACF64D34C7}" destId="{629DF08C-8E8D-4589-B710-05AE99785EFD}" srcOrd="0" destOrd="0" presId="urn:microsoft.com/office/officeart/2018/2/layout/IconLabelList"/>
    <dgm:cxn modelId="{F57A8987-34E6-42A3-8D5C-05BDF5C21D5D}" type="presParOf" srcId="{BB9D4477-8C3D-4672-8468-09ACF64D34C7}" destId="{ED7CAACB-FAAA-4C57-80AC-83C3A8C5E088}" srcOrd="1" destOrd="0" presId="urn:microsoft.com/office/officeart/2018/2/layout/IconLabelList"/>
    <dgm:cxn modelId="{BEEC383F-D03B-4FA4-83DB-9C6A23A04D06}" type="presParOf" srcId="{BB9D4477-8C3D-4672-8468-09ACF64D34C7}" destId="{AE5E8335-1B18-491B-8497-298A5F5A837B}" srcOrd="2" destOrd="0" presId="urn:microsoft.com/office/officeart/2018/2/layout/IconLabelList"/>
    <dgm:cxn modelId="{3F3DFE50-B8E6-4721-BEB8-4ADD3F5B18E7}" type="presParOf" srcId="{C3FB45DD-9904-4682-998A-3C779D13173A}" destId="{D67A30EC-D2B8-4F76-A8E6-4CA09F54E640}" srcOrd="3" destOrd="0" presId="urn:microsoft.com/office/officeart/2018/2/layout/IconLabelList"/>
    <dgm:cxn modelId="{4DD67B3E-4D62-486C-A4E3-73E1A9F7A1F7}" type="presParOf" srcId="{C3FB45DD-9904-4682-998A-3C779D13173A}" destId="{ACCDC887-910A-4586-8D7B-EB672FB19C54}" srcOrd="4" destOrd="0" presId="urn:microsoft.com/office/officeart/2018/2/layout/IconLabelList"/>
    <dgm:cxn modelId="{9AB50E69-481A-4470-805E-731736AEA2BC}" type="presParOf" srcId="{ACCDC887-910A-4586-8D7B-EB672FB19C54}" destId="{6CFBDD10-5D81-43B9-A39E-37539F73A641}" srcOrd="0" destOrd="0" presId="urn:microsoft.com/office/officeart/2018/2/layout/IconLabelList"/>
    <dgm:cxn modelId="{A83EAE26-56B9-401F-994D-B7C2C3008687}" type="presParOf" srcId="{ACCDC887-910A-4586-8D7B-EB672FB19C54}" destId="{86801C4E-96A6-4079-8ECD-868F14D6C476}" srcOrd="1" destOrd="0" presId="urn:microsoft.com/office/officeart/2018/2/layout/IconLabelList"/>
    <dgm:cxn modelId="{FCC39660-DCC4-465E-B62E-56C4F6D7077D}" type="presParOf" srcId="{ACCDC887-910A-4586-8D7B-EB672FB19C54}" destId="{EFB8A363-C6ED-4986-AC0B-B991D473779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8FC897-9785-493A-A26C-61411F06CAEA}" type="doc">
      <dgm:prSet loTypeId="urn:microsoft.com/office/officeart/2017/3/layout/HorizontalPathTimeline" loCatId="process" qsTypeId="urn:microsoft.com/office/officeart/2005/8/quickstyle/simple1" qsCatId="simple" csTypeId="urn:microsoft.com/office/officeart/2005/8/colors/accent1_2" csCatId="accent1" phldr="1"/>
      <dgm:spPr/>
      <dgm:t>
        <a:bodyPr/>
        <a:lstStyle/>
        <a:p>
          <a:endParaRPr lang="en-US"/>
        </a:p>
      </dgm:t>
    </dgm:pt>
    <dgm:pt modelId="{3EC5465E-E871-4158-99DF-9599F6B9E726}">
      <dgm:prSet/>
      <dgm:spPr/>
      <dgm:t>
        <a:bodyPr/>
        <a:lstStyle/>
        <a:p>
          <a:pPr>
            <a:defRPr b="1"/>
          </a:pPr>
          <a:r>
            <a:rPr lang="en-US"/>
            <a:t>6 Ene.</a:t>
          </a:r>
        </a:p>
      </dgm:t>
    </dgm:pt>
    <dgm:pt modelId="{0D39A472-1AC1-46BA-AB5E-9CE0A85AF1AC}" type="parTrans" cxnId="{0DC25C8C-006A-4598-87F0-C56DB2456EA0}">
      <dgm:prSet/>
      <dgm:spPr/>
      <dgm:t>
        <a:bodyPr/>
        <a:lstStyle/>
        <a:p>
          <a:endParaRPr lang="en-US"/>
        </a:p>
      </dgm:t>
    </dgm:pt>
    <dgm:pt modelId="{AAC94523-2120-4EA4-8DAB-700D4495C0AE}" type="sibTrans" cxnId="{0DC25C8C-006A-4598-87F0-C56DB2456EA0}">
      <dgm:prSet/>
      <dgm:spPr/>
      <dgm:t>
        <a:bodyPr/>
        <a:lstStyle/>
        <a:p>
          <a:endParaRPr lang="en-US"/>
        </a:p>
      </dgm:t>
    </dgm:pt>
    <dgm:pt modelId="{8206EB6C-F233-44F7-82CF-3CFE42E6362F}">
      <dgm:prSet/>
      <dgm:spPr/>
      <dgm:t>
        <a:bodyPr/>
        <a:lstStyle/>
        <a:p>
          <a:r>
            <a:rPr lang="es-CL" dirty="0"/>
            <a:t>Semana 1 (Análisis): Finalización de requerimientos y EDA (Análisis Exploratorio).</a:t>
          </a:r>
          <a:endParaRPr lang="en-US" dirty="0"/>
        </a:p>
      </dgm:t>
    </dgm:pt>
    <dgm:pt modelId="{ABE5AECF-C713-4832-8B25-0F3D74101920}" type="parTrans" cxnId="{02383D83-64A4-4896-B55D-DEEC0DC00C72}">
      <dgm:prSet/>
      <dgm:spPr/>
      <dgm:t>
        <a:bodyPr/>
        <a:lstStyle/>
        <a:p>
          <a:endParaRPr lang="en-US"/>
        </a:p>
      </dgm:t>
    </dgm:pt>
    <dgm:pt modelId="{142FA12E-CAAB-4D25-8C93-A9700FD8F07F}" type="sibTrans" cxnId="{02383D83-64A4-4896-B55D-DEEC0DC00C72}">
      <dgm:prSet/>
      <dgm:spPr/>
      <dgm:t>
        <a:bodyPr/>
        <a:lstStyle/>
        <a:p>
          <a:endParaRPr lang="en-US"/>
        </a:p>
      </dgm:t>
    </dgm:pt>
    <dgm:pt modelId="{DC939ED7-65B3-4C3D-8A84-1B3723B27ECC}">
      <dgm:prSet/>
      <dgm:spPr/>
      <dgm:t>
        <a:bodyPr/>
        <a:lstStyle/>
        <a:p>
          <a:pPr>
            <a:defRPr b="1"/>
          </a:pPr>
          <a:r>
            <a:rPr lang="en-US"/>
            <a:t>14 Ene.</a:t>
          </a:r>
        </a:p>
      </dgm:t>
    </dgm:pt>
    <dgm:pt modelId="{958A4CAA-B3FD-4316-B6A5-EFC341B87C98}" type="parTrans" cxnId="{4A15B397-4C54-40ED-BC86-4E07289A6C74}">
      <dgm:prSet/>
      <dgm:spPr/>
      <dgm:t>
        <a:bodyPr/>
        <a:lstStyle/>
        <a:p>
          <a:endParaRPr lang="en-US"/>
        </a:p>
      </dgm:t>
    </dgm:pt>
    <dgm:pt modelId="{048E287D-B30C-4801-94EF-E2AC467174FA}" type="sibTrans" cxnId="{4A15B397-4C54-40ED-BC86-4E07289A6C74}">
      <dgm:prSet/>
      <dgm:spPr/>
      <dgm:t>
        <a:bodyPr/>
        <a:lstStyle/>
        <a:p>
          <a:endParaRPr lang="en-US"/>
        </a:p>
      </dgm:t>
    </dgm:pt>
    <dgm:pt modelId="{6F4F49AF-32B7-48A8-ACFF-6049BAE2B5F4}">
      <dgm:prSet/>
      <dgm:spPr/>
      <dgm:t>
        <a:bodyPr/>
        <a:lstStyle/>
        <a:p>
          <a:r>
            <a:rPr lang="es-CL" dirty="0"/>
            <a:t>Semana 2 (Diseño): Entrenamiento de los 3 modelos (Random Forest, SVM, Regresión Logística).</a:t>
          </a:r>
          <a:endParaRPr lang="en-US" dirty="0"/>
        </a:p>
      </dgm:t>
    </dgm:pt>
    <dgm:pt modelId="{54E12E78-0F51-45A4-A3B3-103C24CE1C9E}" type="parTrans" cxnId="{4C66C9DD-E078-450B-8A39-B287E482D7DF}">
      <dgm:prSet/>
      <dgm:spPr/>
      <dgm:t>
        <a:bodyPr/>
        <a:lstStyle/>
        <a:p>
          <a:endParaRPr lang="en-US"/>
        </a:p>
      </dgm:t>
    </dgm:pt>
    <dgm:pt modelId="{B572308D-A785-40CD-93FF-07B24ACEF040}" type="sibTrans" cxnId="{4C66C9DD-E078-450B-8A39-B287E482D7DF}">
      <dgm:prSet/>
      <dgm:spPr/>
      <dgm:t>
        <a:bodyPr/>
        <a:lstStyle/>
        <a:p>
          <a:endParaRPr lang="en-US"/>
        </a:p>
      </dgm:t>
    </dgm:pt>
    <dgm:pt modelId="{64B50115-464F-4F63-B067-26E678A2C912}">
      <dgm:prSet/>
      <dgm:spPr/>
      <dgm:t>
        <a:bodyPr/>
        <a:lstStyle/>
        <a:p>
          <a:pPr>
            <a:defRPr b="1"/>
          </a:pPr>
          <a:r>
            <a:rPr lang="en-US"/>
            <a:t>21–27 Ene.</a:t>
          </a:r>
        </a:p>
      </dgm:t>
    </dgm:pt>
    <dgm:pt modelId="{41C03FE3-ADEB-4F27-BB4D-B02604BBA8E5}" type="parTrans" cxnId="{66BA64F0-8EDF-491B-8FA2-C1FCB530265E}">
      <dgm:prSet/>
      <dgm:spPr/>
      <dgm:t>
        <a:bodyPr/>
        <a:lstStyle/>
        <a:p>
          <a:endParaRPr lang="en-US"/>
        </a:p>
      </dgm:t>
    </dgm:pt>
    <dgm:pt modelId="{3FD58C0C-0F01-491C-B587-22BD569C0732}" type="sibTrans" cxnId="{66BA64F0-8EDF-491B-8FA2-C1FCB530265E}">
      <dgm:prSet/>
      <dgm:spPr/>
      <dgm:t>
        <a:bodyPr/>
        <a:lstStyle/>
        <a:p>
          <a:endParaRPr lang="en-US"/>
        </a:p>
      </dgm:t>
    </dgm:pt>
    <dgm:pt modelId="{24175172-9F81-4823-961A-CD64FB5BEC18}">
      <dgm:prSet/>
      <dgm:spPr/>
      <dgm:t>
        <a:bodyPr/>
        <a:lstStyle/>
        <a:p>
          <a:r>
            <a:rPr lang="es-CL" dirty="0"/>
            <a:t>Semana 3 (Implementación): Construcción de la interfaz e integración de la IA con Power BI.</a:t>
          </a:r>
          <a:endParaRPr lang="en-US" dirty="0"/>
        </a:p>
      </dgm:t>
    </dgm:pt>
    <dgm:pt modelId="{9EF679AE-1B06-43B2-A4A9-D44A983293E0}" type="parTrans" cxnId="{5CF8E564-7F82-49DC-9069-17D8EC560638}">
      <dgm:prSet/>
      <dgm:spPr/>
      <dgm:t>
        <a:bodyPr/>
        <a:lstStyle/>
        <a:p>
          <a:endParaRPr lang="en-US"/>
        </a:p>
      </dgm:t>
    </dgm:pt>
    <dgm:pt modelId="{16B6CA47-5670-41B0-98F4-2DC796763A5A}" type="sibTrans" cxnId="{5CF8E564-7F82-49DC-9069-17D8EC560638}">
      <dgm:prSet/>
      <dgm:spPr/>
      <dgm:t>
        <a:bodyPr/>
        <a:lstStyle/>
        <a:p>
          <a:endParaRPr lang="en-US"/>
        </a:p>
      </dgm:t>
    </dgm:pt>
    <dgm:pt modelId="{F3DB6E9B-8631-42F7-9C6C-0B3E922486B4}">
      <dgm:prSet/>
      <dgm:spPr/>
      <dgm:t>
        <a:bodyPr/>
        <a:lstStyle/>
        <a:p>
          <a:pPr>
            <a:defRPr b="1"/>
          </a:pPr>
          <a:r>
            <a:rPr lang="en-US" dirty="0"/>
            <a:t>28 Ene. – 5 Feb.</a:t>
          </a:r>
        </a:p>
      </dgm:t>
    </dgm:pt>
    <dgm:pt modelId="{0C8FE5C1-F371-4DCE-9B41-DACF5D53A452}" type="parTrans" cxnId="{49F6C802-5021-47E3-BB08-4A7B63F57A0E}">
      <dgm:prSet/>
      <dgm:spPr/>
      <dgm:t>
        <a:bodyPr/>
        <a:lstStyle/>
        <a:p>
          <a:endParaRPr lang="en-US"/>
        </a:p>
      </dgm:t>
    </dgm:pt>
    <dgm:pt modelId="{D93FEBA8-F40E-43E0-8D96-6CD96CD73F8F}" type="sibTrans" cxnId="{49F6C802-5021-47E3-BB08-4A7B63F57A0E}">
      <dgm:prSet/>
      <dgm:spPr/>
      <dgm:t>
        <a:bodyPr/>
        <a:lstStyle/>
        <a:p>
          <a:endParaRPr lang="en-US"/>
        </a:p>
      </dgm:t>
    </dgm:pt>
    <dgm:pt modelId="{20F93237-9439-4354-8ABA-74F5A72FE0A9}">
      <dgm:prSet/>
      <dgm:spPr/>
      <dgm:t>
        <a:bodyPr/>
        <a:lstStyle/>
        <a:p>
          <a:r>
            <a:rPr lang="es-CL" dirty="0"/>
            <a:t>Semana 4 (Pruebas y Cierre): Validación técnica y entrega final ante comité el 5 de febrero.</a:t>
          </a:r>
          <a:endParaRPr lang="en-US" dirty="0"/>
        </a:p>
      </dgm:t>
    </dgm:pt>
    <dgm:pt modelId="{53A136EE-16BC-41BA-BEB1-DEF928872DF5}" type="parTrans" cxnId="{C06F19C6-5B6C-4313-AE37-AE94B14175FB}">
      <dgm:prSet/>
      <dgm:spPr/>
      <dgm:t>
        <a:bodyPr/>
        <a:lstStyle/>
        <a:p>
          <a:endParaRPr lang="en-US"/>
        </a:p>
      </dgm:t>
    </dgm:pt>
    <dgm:pt modelId="{090DD4E9-B088-406E-9311-379EBA0C9507}" type="sibTrans" cxnId="{C06F19C6-5B6C-4313-AE37-AE94B14175FB}">
      <dgm:prSet/>
      <dgm:spPr/>
      <dgm:t>
        <a:bodyPr/>
        <a:lstStyle/>
        <a:p>
          <a:endParaRPr lang="en-US"/>
        </a:p>
      </dgm:t>
    </dgm:pt>
    <dgm:pt modelId="{303BA95F-5A2C-41CF-BD25-5F419988EBFC}" type="pres">
      <dgm:prSet presAssocID="{328FC897-9785-493A-A26C-61411F06CAEA}" presName="root" presStyleCnt="0">
        <dgm:presLayoutVars>
          <dgm:chMax/>
          <dgm:chPref/>
          <dgm:animLvl val="lvl"/>
        </dgm:presLayoutVars>
      </dgm:prSet>
      <dgm:spPr/>
    </dgm:pt>
    <dgm:pt modelId="{DA03969E-1B94-4724-B031-081FE32812F5}" type="pres">
      <dgm:prSet presAssocID="{328FC897-9785-493A-A26C-61411F06CAEA}" presName="divider" presStyleLbl="node1" presStyleIdx="0" presStyleCnt="1"/>
      <dgm:spPr/>
    </dgm:pt>
    <dgm:pt modelId="{65CF0013-EC67-49B8-AC02-FCD59C669EE1}" type="pres">
      <dgm:prSet presAssocID="{328FC897-9785-493A-A26C-61411F06CAEA}" presName="nodes" presStyleCnt="0">
        <dgm:presLayoutVars>
          <dgm:chMax/>
          <dgm:chPref/>
          <dgm:animLvl val="lvl"/>
        </dgm:presLayoutVars>
      </dgm:prSet>
      <dgm:spPr/>
    </dgm:pt>
    <dgm:pt modelId="{11066677-F50D-44D0-8ACA-3F44C238CAA7}" type="pres">
      <dgm:prSet presAssocID="{3EC5465E-E871-4158-99DF-9599F6B9E726}" presName="composite" presStyleCnt="0"/>
      <dgm:spPr/>
    </dgm:pt>
    <dgm:pt modelId="{13BB17A2-AC93-4A1D-88F6-C8829E3F384F}" type="pres">
      <dgm:prSet presAssocID="{3EC5465E-E871-4158-99DF-9599F6B9E726}" presName="L1TextContainer" presStyleLbl="revTx" presStyleIdx="0" presStyleCnt="4">
        <dgm:presLayoutVars>
          <dgm:chMax val="1"/>
          <dgm:chPref val="1"/>
          <dgm:bulletEnabled val="1"/>
        </dgm:presLayoutVars>
      </dgm:prSet>
      <dgm:spPr/>
    </dgm:pt>
    <dgm:pt modelId="{04A590AB-F1F2-406D-8011-82D4BA19D531}" type="pres">
      <dgm:prSet presAssocID="{3EC5465E-E871-4158-99DF-9599F6B9E726}" presName="L2TextContainerWrapper" presStyleCnt="0">
        <dgm:presLayoutVars>
          <dgm:chMax val="0"/>
          <dgm:chPref val="0"/>
          <dgm:bulletEnabled val="1"/>
        </dgm:presLayoutVars>
      </dgm:prSet>
      <dgm:spPr/>
    </dgm:pt>
    <dgm:pt modelId="{5DF0895F-5A3E-44AC-99D1-A2280D679E3E}" type="pres">
      <dgm:prSet presAssocID="{3EC5465E-E871-4158-99DF-9599F6B9E726}" presName="L2TextContainer" presStyleLbl="bgAccFollowNode1" presStyleIdx="0" presStyleCnt="4"/>
      <dgm:spPr/>
    </dgm:pt>
    <dgm:pt modelId="{CE14C7A7-7853-4AB0-A46B-7EC83B1B0BB5}" type="pres">
      <dgm:prSet presAssocID="{3EC5465E-E871-4158-99DF-9599F6B9E726}" presName="FlexibleEmptyPlaceHolder" presStyleCnt="0"/>
      <dgm:spPr/>
    </dgm:pt>
    <dgm:pt modelId="{44AB325C-F56F-4054-856A-4A70A2992750}" type="pres">
      <dgm:prSet presAssocID="{3EC5465E-E871-4158-99DF-9599F6B9E726}" presName="ConnectLine" presStyleLbl="alignNode1" presStyleIdx="0"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6E20354A-B117-40B6-92D1-EEA9C443CAC7}" type="pres">
      <dgm:prSet presAssocID="{3EC5465E-E871-4158-99DF-9599F6B9E726}" presName="ConnectorPoint" presStyleLbl="fgAcc1" presStyleIdx="0" presStyleCnt="4"/>
      <dgm:spPr>
        <a:solidFill>
          <a:schemeClr val="lt1">
            <a:alpha val="90000"/>
            <a:hueOff val="0"/>
            <a:satOff val="0"/>
            <a:lumOff val="0"/>
            <a:alphaOff val="0"/>
          </a:schemeClr>
        </a:solidFill>
        <a:ln w="19050" cap="flat" cmpd="sng" algn="ctr">
          <a:noFill/>
          <a:prstDash val="solid"/>
          <a:miter lim="800000"/>
        </a:ln>
        <a:effectLst/>
      </dgm:spPr>
    </dgm:pt>
    <dgm:pt modelId="{D5DCE700-6825-44DA-A190-2EDE89EF4292}" type="pres">
      <dgm:prSet presAssocID="{3EC5465E-E871-4158-99DF-9599F6B9E726}" presName="EmptyPlaceHolder" presStyleCnt="0"/>
      <dgm:spPr/>
    </dgm:pt>
    <dgm:pt modelId="{8E94F893-C4DD-4EC7-AF3A-AE05700192E0}" type="pres">
      <dgm:prSet presAssocID="{AAC94523-2120-4EA4-8DAB-700D4495C0AE}" presName="spaceBetweenRectangles" presStyleCnt="0"/>
      <dgm:spPr/>
    </dgm:pt>
    <dgm:pt modelId="{7E95C924-BDD6-40D2-942B-DE0AC479E65B}" type="pres">
      <dgm:prSet presAssocID="{DC939ED7-65B3-4C3D-8A84-1B3723B27ECC}" presName="composite" presStyleCnt="0"/>
      <dgm:spPr/>
    </dgm:pt>
    <dgm:pt modelId="{CE11E1AA-799C-432F-A83A-5055296C3678}" type="pres">
      <dgm:prSet presAssocID="{DC939ED7-65B3-4C3D-8A84-1B3723B27ECC}" presName="L1TextContainer" presStyleLbl="revTx" presStyleIdx="1" presStyleCnt="4">
        <dgm:presLayoutVars>
          <dgm:chMax val="1"/>
          <dgm:chPref val="1"/>
          <dgm:bulletEnabled val="1"/>
        </dgm:presLayoutVars>
      </dgm:prSet>
      <dgm:spPr/>
    </dgm:pt>
    <dgm:pt modelId="{9AB7D27A-F826-48F2-B012-F96ADCBA374B}" type="pres">
      <dgm:prSet presAssocID="{DC939ED7-65B3-4C3D-8A84-1B3723B27ECC}" presName="L2TextContainerWrapper" presStyleCnt="0">
        <dgm:presLayoutVars>
          <dgm:chMax val="0"/>
          <dgm:chPref val="0"/>
          <dgm:bulletEnabled val="1"/>
        </dgm:presLayoutVars>
      </dgm:prSet>
      <dgm:spPr/>
    </dgm:pt>
    <dgm:pt modelId="{C762AF22-481E-4B6F-B5A3-7EF07EF478AC}" type="pres">
      <dgm:prSet presAssocID="{DC939ED7-65B3-4C3D-8A84-1B3723B27ECC}" presName="L2TextContainer" presStyleLbl="bgAccFollowNode1" presStyleIdx="1" presStyleCnt="4"/>
      <dgm:spPr/>
    </dgm:pt>
    <dgm:pt modelId="{A657B67A-85E8-433E-ABD4-CD2C3A594D40}" type="pres">
      <dgm:prSet presAssocID="{DC939ED7-65B3-4C3D-8A84-1B3723B27ECC}" presName="FlexibleEmptyPlaceHolder" presStyleCnt="0"/>
      <dgm:spPr/>
    </dgm:pt>
    <dgm:pt modelId="{0284BBB9-E910-46D7-84AB-58509C786D54}" type="pres">
      <dgm:prSet presAssocID="{DC939ED7-65B3-4C3D-8A84-1B3723B27ECC}" presName="ConnectLine" presStyleLbl="alignNode1" presStyleIdx="1"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D9F995A0-4444-413E-A8F6-9D5FBCEA6EF1}" type="pres">
      <dgm:prSet presAssocID="{DC939ED7-65B3-4C3D-8A84-1B3723B27ECC}" presName="ConnectorPoint"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B3752BFE-F607-4CD1-8D5B-EC3C64AF2FF5}" type="pres">
      <dgm:prSet presAssocID="{DC939ED7-65B3-4C3D-8A84-1B3723B27ECC}" presName="EmptyPlaceHolder" presStyleCnt="0"/>
      <dgm:spPr/>
    </dgm:pt>
    <dgm:pt modelId="{7383A5B0-4FC4-4C11-9088-72A2172840D4}" type="pres">
      <dgm:prSet presAssocID="{048E287D-B30C-4801-94EF-E2AC467174FA}" presName="spaceBetweenRectangles" presStyleCnt="0"/>
      <dgm:spPr/>
    </dgm:pt>
    <dgm:pt modelId="{A74EF147-2AB8-4562-A126-449FC13A437D}" type="pres">
      <dgm:prSet presAssocID="{64B50115-464F-4F63-B067-26E678A2C912}" presName="composite" presStyleCnt="0"/>
      <dgm:spPr/>
    </dgm:pt>
    <dgm:pt modelId="{1E0E8CAF-05BF-4E02-A500-39A4031136C7}" type="pres">
      <dgm:prSet presAssocID="{64B50115-464F-4F63-B067-26E678A2C912}" presName="L1TextContainer" presStyleLbl="revTx" presStyleIdx="2" presStyleCnt="4">
        <dgm:presLayoutVars>
          <dgm:chMax val="1"/>
          <dgm:chPref val="1"/>
          <dgm:bulletEnabled val="1"/>
        </dgm:presLayoutVars>
      </dgm:prSet>
      <dgm:spPr/>
    </dgm:pt>
    <dgm:pt modelId="{959BC3F9-947A-43C3-9C77-318323AEFE54}" type="pres">
      <dgm:prSet presAssocID="{64B50115-464F-4F63-B067-26E678A2C912}" presName="L2TextContainerWrapper" presStyleCnt="0">
        <dgm:presLayoutVars>
          <dgm:chMax val="0"/>
          <dgm:chPref val="0"/>
          <dgm:bulletEnabled val="1"/>
        </dgm:presLayoutVars>
      </dgm:prSet>
      <dgm:spPr/>
    </dgm:pt>
    <dgm:pt modelId="{A7957BD4-1E22-43E4-8687-CB589A5C2FE2}" type="pres">
      <dgm:prSet presAssocID="{64B50115-464F-4F63-B067-26E678A2C912}" presName="L2TextContainer" presStyleLbl="bgAccFollowNode1" presStyleIdx="2" presStyleCnt="4"/>
      <dgm:spPr/>
    </dgm:pt>
    <dgm:pt modelId="{44B443AD-FC5C-4E90-9EC2-0154D040C224}" type="pres">
      <dgm:prSet presAssocID="{64B50115-464F-4F63-B067-26E678A2C912}" presName="FlexibleEmptyPlaceHolder" presStyleCnt="0"/>
      <dgm:spPr/>
    </dgm:pt>
    <dgm:pt modelId="{AD001C9D-6D57-47BF-BE5F-051F760732DE}" type="pres">
      <dgm:prSet presAssocID="{64B50115-464F-4F63-B067-26E678A2C912}" presName="ConnectLine" presStyleLbl="alignNode1" presStyleIdx="2"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578B2CCD-657E-418E-967A-35C3CF3A9942}" type="pres">
      <dgm:prSet presAssocID="{64B50115-464F-4F63-B067-26E678A2C912}" presName="ConnectorPoint"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8C1DE13E-AFD5-4EB1-BC0A-3385B0FF1B8B}" type="pres">
      <dgm:prSet presAssocID="{64B50115-464F-4F63-B067-26E678A2C912}" presName="EmptyPlaceHolder" presStyleCnt="0"/>
      <dgm:spPr/>
    </dgm:pt>
    <dgm:pt modelId="{4E836931-F6AB-4DE7-AE5F-8188863771FE}" type="pres">
      <dgm:prSet presAssocID="{3FD58C0C-0F01-491C-B587-22BD569C0732}" presName="spaceBetweenRectangles" presStyleCnt="0"/>
      <dgm:spPr/>
    </dgm:pt>
    <dgm:pt modelId="{104BAD70-BE4D-44BA-8E10-A5E42680C82C}" type="pres">
      <dgm:prSet presAssocID="{F3DB6E9B-8631-42F7-9C6C-0B3E922486B4}" presName="composite" presStyleCnt="0"/>
      <dgm:spPr/>
    </dgm:pt>
    <dgm:pt modelId="{BC875206-8B7C-4DE0-8916-9C118FB3A623}" type="pres">
      <dgm:prSet presAssocID="{F3DB6E9B-8631-42F7-9C6C-0B3E922486B4}" presName="L1TextContainer" presStyleLbl="revTx" presStyleIdx="3" presStyleCnt="4">
        <dgm:presLayoutVars>
          <dgm:chMax val="1"/>
          <dgm:chPref val="1"/>
          <dgm:bulletEnabled val="1"/>
        </dgm:presLayoutVars>
      </dgm:prSet>
      <dgm:spPr/>
    </dgm:pt>
    <dgm:pt modelId="{6E64B418-E867-4D6E-B501-6FD89E21DA35}" type="pres">
      <dgm:prSet presAssocID="{F3DB6E9B-8631-42F7-9C6C-0B3E922486B4}" presName="L2TextContainerWrapper" presStyleCnt="0">
        <dgm:presLayoutVars>
          <dgm:chMax val="0"/>
          <dgm:chPref val="0"/>
          <dgm:bulletEnabled val="1"/>
        </dgm:presLayoutVars>
      </dgm:prSet>
      <dgm:spPr/>
    </dgm:pt>
    <dgm:pt modelId="{90FDAAE9-A74F-47F1-A2C1-BA14DAA1EB8C}" type="pres">
      <dgm:prSet presAssocID="{F3DB6E9B-8631-42F7-9C6C-0B3E922486B4}" presName="L2TextContainer" presStyleLbl="bgAccFollowNode1" presStyleIdx="3" presStyleCnt="4"/>
      <dgm:spPr/>
    </dgm:pt>
    <dgm:pt modelId="{8D330058-A4D3-41F7-B3C4-FD5342C77F36}" type="pres">
      <dgm:prSet presAssocID="{F3DB6E9B-8631-42F7-9C6C-0B3E922486B4}" presName="FlexibleEmptyPlaceHolder" presStyleCnt="0"/>
      <dgm:spPr/>
    </dgm:pt>
    <dgm:pt modelId="{ABF9AE61-5B36-4E31-BC60-16B30FC7E638}" type="pres">
      <dgm:prSet presAssocID="{F3DB6E9B-8631-42F7-9C6C-0B3E922486B4}" presName="ConnectLine" presStyleLbl="alignNode1" presStyleIdx="3"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44A4357D-FEF1-4AA6-A028-43592FD4A32E}" type="pres">
      <dgm:prSet presAssocID="{F3DB6E9B-8631-42F7-9C6C-0B3E922486B4}" presName="ConnectorPoint"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97FC09C4-6B43-4326-9DB0-C70A7C368468}" type="pres">
      <dgm:prSet presAssocID="{F3DB6E9B-8631-42F7-9C6C-0B3E922486B4}" presName="EmptyPlaceHolder" presStyleCnt="0"/>
      <dgm:spPr/>
    </dgm:pt>
  </dgm:ptLst>
  <dgm:cxnLst>
    <dgm:cxn modelId="{49F6C802-5021-47E3-BB08-4A7B63F57A0E}" srcId="{328FC897-9785-493A-A26C-61411F06CAEA}" destId="{F3DB6E9B-8631-42F7-9C6C-0B3E922486B4}" srcOrd="3" destOrd="0" parTransId="{0C8FE5C1-F371-4DCE-9B41-DACF5D53A452}" sibTransId="{D93FEBA8-F40E-43E0-8D96-6CD96CD73F8F}"/>
    <dgm:cxn modelId="{10C65509-CEA3-473D-ADAF-CA2D6B824634}" type="presOf" srcId="{DC939ED7-65B3-4C3D-8A84-1B3723B27ECC}" destId="{CE11E1AA-799C-432F-A83A-5055296C3678}" srcOrd="0" destOrd="0" presId="urn:microsoft.com/office/officeart/2017/3/layout/HorizontalPathTimeline"/>
    <dgm:cxn modelId="{DA20570F-C441-48F3-922F-0DC041B24FC2}" type="presOf" srcId="{F3DB6E9B-8631-42F7-9C6C-0B3E922486B4}" destId="{BC875206-8B7C-4DE0-8916-9C118FB3A623}" srcOrd="0" destOrd="0" presId="urn:microsoft.com/office/officeart/2017/3/layout/HorizontalPathTimeline"/>
    <dgm:cxn modelId="{7D9DEC2B-956C-4B22-993B-B426A8F51B0B}" type="presOf" srcId="{6F4F49AF-32B7-48A8-ACFF-6049BAE2B5F4}" destId="{C762AF22-481E-4B6F-B5A3-7EF07EF478AC}" srcOrd="0" destOrd="0" presId="urn:microsoft.com/office/officeart/2017/3/layout/HorizontalPathTimeline"/>
    <dgm:cxn modelId="{5CF8E564-7F82-49DC-9069-17D8EC560638}" srcId="{64B50115-464F-4F63-B067-26E678A2C912}" destId="{24175172-9F81-4823-961A-CD64FB5BEC18}" srcOrd="0" destOrd="0" parTransId="{9EF679AE-1B06-43B2-A4A9-D44A983293E0}" sibTransId="{16B6CA47-5670-41B0-98F4-2DC796763A5A}"/>
    <dgm:cxn modelId="{8DED2379-1D60-44C6-B462-0C1E82FB9BF2}" type="presOf" srcId="{8206EB6C-F233-44F7-82CF-3CFE42E6362F}" destId="{5DF0895F-5A3E-44AC-99D1-A2280D679E3E}" srcOrd="0" destOrd="0" presId="urn:microsoft.com/office/officeart/2017/3/layout/HorizontalPathTimeline"/>
    <dgm:cxn modelId="{02383D83-64A4-4896-B55D-DEEC0DC00C72}" srcId="{3EC5465E-E871-4158-99DF-9599F6B9E726}" destId="{8206EB6C-F233-44F7-82CF-3CFE42E6362F}" srcOrd="0" destOrd="0" parTransId="{ABE5AECF-C713-4832-8B25-0F3D74101920}" sibTransId="{142FA12E-CAAB-4D25-8C93-A9700FD8F07F}"/>
    <dgm:cxn modelId="{0DC25C8C-006A-4598-87F0-C56DB2456EA0}" srcId="{328FC897-9785-493A-A26C-61411F06CAEA}" destId="{3EC5465E-E871-4158-99DF-9599F6B9E726}" srcOrd="0" destOrd="0" parTransId="{0D39A472-1AC1-46BA-AB5E-9CE0A85AF1AC}" sibTransId="{AAC94523-2120-4EA4-8DAB-700D4495C0AE}"/>
    <dgm:cxn modelId="{4A15B397-4C54-40ED-BC86-4E07289A6C74}" srcId="{328FC897-9785-493A-A26C-61411F06CAEA}" destId="{DC939ED7-65B3-4C3D-8A84-1B3723B27ECC}" srcOrd="1" destOrd="0" parTransId="{958A4CAA-B3FD-4316-B6A5-EFC341B87C98}" sibTransId="{048E287D-B30C-4801-94EF-E2AC467174FA}"/>
    <dgm:cxn modelId="{AEB6B49E-B196-4376-B0EA-AF830187C1C4}" type="presOf" srcId="{328FC897-9785-493A-A26C-61411F06CAEA}" destId="{303BA95F-5A2C-41CF-BD25-5F419988EBFC}" srcOrd="0" destOrd="0" presId="urn:microsoft.com/office/officeart/2017/3/layout/HorizontalPathTimeline"/>
    <dgm:cxn modelId="{FF2B50AB-2E0D-4EF6-B2B5-FF6EAC007A4F}" type="presOf" srcId="{24175172-9F81-4823-961A-CD64FB5BEC18}" destId="{A7957BD4-1E22-43E4-8687-CB589A5C2FE2}" srcOrd="0" destOrd="0" presId="urn:microsoft.com/office/officeart/2017/3/layout/HorizontalPathTimeline"/>
    <dgm:cxn modelId="{AEBB73B2-B31F-4D77-852B-601123CEB4F9}" type="presOf" srcId="{20F93237-9439-4354-8ABA-74F5A72FE0A9}" destId="{90FDAAE9-A74F-47F1-A2C1-BA14DAA1EB8C}" srcOrd="0" destOrd="0" presId="urn:microsoft.com/office/officeart/2017/3/layout/HorizontalPathTimeline"/>
    <dgm:cxn modelId="{C06F19C6-5B6C-4313-AE37-AE94B14175FB}" srcId="{F3DB6E9B-8631-42F7-9C6C-0B3E922486B4}" destId="{20F93237-9439-4354-8ABA-74F5A72FE0A9}" srcOrd="0" destOrd="0" parTransId="{53A136EE-16BC-41BA-BEB1-DEF928872DF5}" sibTransId="{090DD4E9-B088-406E-9311-379EBA0C9507}"/>
    <dgm:cxn modelId="{4C66C9DD-E078-450B-8A39-B287E482D7DF}" srcId="{DC939ED7-65B3-4C3D-8A84-1B3723B27ECC}" destId="{6F4F49AF-32B7-48A8-ACFF-6049BAE2B5F4}" srcOrd="0" destOrd="0" parTransId="{54E12E78-0F51-45A4-A3B3-103C24CE1C9E}" sibTransId="{B572308D-A785-40CD-93FF-07B24ACEF040}"/>
    <dgm:cxn modelId="{C175A6EA-03B4-4DB2-8AD2-E77725AB62FD}" type="presOf" srcId="{3EC5465E-E871-4158-99DF-9599F6B9E726}" destId="{13BB17A2-AC93-4A1D-88F6-C8829E3F384F}" srcOrd="0" destOrd="0" presId="urn:microsoft.com/office/officeart/2017/3/layout/HorizontalPathTimeline"/>
    <dgm:cxn modelId="{66BA64F0-8EDF-491B-8FA2-C1FCB530265E}" srcId="{328FC897-9785-493A-A26C-61411F06CAEA}" destId="{64B50115-464F-4F63-B067-26E678A2C912}" srcOrd="2" destOrd="0" parTransId="{41C03FE3-ADEB-4F27-BB4D-B02604BBA8E5}" sibTransId="{3FD58C0C-0F01-491C-B587-22BD569C0732}"/>
    <dgm:cxn modelId="{59488AF6-C80B-48FC-8805-0A759970A845}" type="presOf" srcId="{64B50115-464F-4F63-B067-26E678A2C912}" destId="{1E0E8CAF-05BF-4E02-A500-39A4031136C7}" srcOrd="0" destOrd="0" presId="urn:microsoft.com/office/officeart/2017/3/layout/HorizontalPathTimeline"/>
    <dgm:cxn modelId="{6F037868-DA45-412C-A565-420ADAC9B1BF}" type="presParOf" srcId="{303BA95F-5A2C-41CF-BD25-5F419988EBFC}" destId="{DA03969E-1B94-4724-B031-081FE32812F5}" srcOrd="0" destOrd="0" presId="urn:microsoft.com/office/officeart/2017/3/layout/HorizontalPathTimeline"/>
    <dgm:cxn modelId="{0A2693E8-855B-4CE3-8296-FB5147D76B68}" type="presParOf" srcId="{303BA95F-5A2C-41CF-BD25-5F419988EBFC}" destId="{65CF0013-EC67-49B8-AC02-FCD59C669EE1}" srcOrd="1" destOrd="0" presId="urn:microsoft.com/office/officeart/2017/3/layout/HorizontalPathTimeline"/>
    <dgm:cxn modelId="{1C036616-AA43-4EE6-8C97-5D169ACB0632}" type="presParOf" srcId="{65CF0013-EC67-49B8-AC02-FCD59C669EE1}" destId="{11066677-F50D-44D0-8ACA-3F44C238CAA7}" srcOrd="0" destOrd="0" presId="urn:microsoft.com/office/officeart/2017/3/layout/HorizontalPathTimeline"/>
    <dgm:cxn modelId="{5AEB0951-E17E-4D34-9E8D-0FBF6E838BA6}" type="presParOf" srcId="{11066677-F50D-44D0-8ACA-3F44C238CAA7}" destId="{13BB17A2-AC93-4A1D-88F6-C8829E3F384F}" srcOrd="0" destOrd="0" presId="urn:microsoft.com/office/officeart/2017/3/layout/HorizontalPathTimeline"/>
    <dgm:cxn modelId="{F70D4D1E-2DBD-48E4-B139-C1769769A93C}" type="presParOf" srcId="{11066677-F50D-44D0-8ACA-3F44C238CAA7}" destId="{04A590AB-F1F2-406D-8011-82D4BA19D531}" srcOrd="1" destOrd="0" presId="urn:microsoft.com/office/officeart/2017/3/layout/HorizontalPathTimeline"/>
    <dgm:cxn modelId="{665E98EB-C2AA-49B9-8D28-9A9E8F721F03}" type="presParOf" srcId="{04A590AB-F1F2-406D-8011-82D4BA19D531}" destId="{5DF0895F-5A3E-44AC-99D1-A2280D679E3E}" srcOrd="0" destOrd="0" presId="urn:microsoft.com/office/officeart/2017/3/layout/HorizontalPathTimeline"/>
    <dgm:cxn modelId="{93CA465A-9A4E-4D4A-A7AB-44C6938F0191}" type="presParOf" srcId="{04A590AB-F1F2-406D-8011-82D4BA19D531}" destId="{CE14C7A7-7853-4AB0-A46B-7EC83B1B0BB5}" srcOrd="1" destOrd="0" presId="urn:microsoft.com/office/officeart/2017/3/layout/HorizontalPathTimeline"/>
    <dgm:cxn modelId="{66842626-EBB7-4ED9-A2A7-D58D2E2B785C}" type="presParOf" srcId="{11066677-F50D-44D0-8ACA-3F44C238CAA7}" destId="{44AB325C-F56F-4054-856A-4A70A2992750}" srcOrd="2" destOrd="0" presId="urn:microsoft.com/office/officeart/2017/3/layout/HorizontalPathTimeline"/>
    <dgm:cxn modelId="{0B5D2594-DBEF-447C-98CB-CC1D89EEF0C1}" type="presParOf" srcId="{11066677-F50D-44D0-8ACA-3F44C238CAA7}" destId="{6E20354A-B117-40B6-92D1-EEA9C443CAC7}" srcOrd="3" destOrd="0" presId="urn:microsoft.com/office/officeart/2017/3/layout/HorizontalPathTimeline"/>
    <dgm:cxn modelId="{03095867-F65F-483D-808A-4D9319509BA4}" type="presParOf" srcId="{11066677-F50D-44D0-8ACA-3F44C238CAA7}" destId="{D5DCE700-6825-44DA-A190-2EDE89EF4292}" srcOrd="4" destOrd="0" presId="urn:microsoft.com/office/officeart/2017/3/layout/HorizontalPathTimeline"/>
    <dgm:cxn modelId="{6ACFB671-F3D2-4C7F-9BD4-CA4B7ABBC5A8}" type="presParOf" srcId="{65CF0013-EC67-49B8-AC02-FCD59C669EE1}" destId="{8E94F893-C4DD-4EC7-AF3A-AE05700192E0}" srcOrd="1" destOrd="0" presId="urn:microsoft.com/office/officeart/2017/3/layout/HorizontalPathTimeline"/>
    <dgm:cxn modelId="{9AF4581A-A4AF-4812-A318-A9820D3631AC}" type="presParOf" srcId="{65CF0013-EC67-49B8-AC02-FCD59C669EE1}" destId="{7E95C924-BDD6-40D2-942B-DE0AC479E65B}" srcOrd="2" destOrd="0" presId="urn:microsoft.com/office/officeart/2017/3/layout/HorizontalPathTimeline"/>
    <dgm:cxn modelId="{46AD0666-C28B-4CE9-B9B0-002A77660382}" type="presParOf" srcId="{7E95C924-BDD6-40D2-942B-DE0AC479E65B}" destId="{CE11E1AA-799C-432F-A83A-5055296C3678}" srcOrd="0" destOrd="0" presId="urn:microsoft.com/office/officeart/2017/3/layout/HorizontalPathTimeline"/>
    <dgm:cxn modelId="{A6974E72-025B-496C-9BAC-79F18120AB60}" type="presParOf" srcId="{7E95C924-BDD6-40D2-942B-DE0AC479E65B}" destId="{9AB7D27A-F826-48F2-B012-F96ADCBA374B}" srcOrd="1" destOrd="0" presId="urn:microsoft.com/office/officeart/2017/3/layout/HorizontalPathTimeline"/>
    <dgm:cxn modelId="{3599E078-AB7D-4418-AAA6-92417D156B7C}" type="presParOf" srcId="{9AB7D27A-F826-48F2-B012-F96ADCBA374B}" destId="{C762AF22-481E-4B6F-B5A3-7EF07EF478AC}" srcOrd="0" destOrd="0" presId="urn:microsoft.com/office/officeart/2017/3/layout/HorizontalPathTimeline"/>
    <dgm:cxn modelId="{31BC1AB2-3BDC-499F-9629-630E3803C275}" type="presParOf" srcId="{9AB7D27A-F826-48F2-B012-F96ADCBA374B}" destId="{A657B67A-85E8-433E-ABD4-CD2C3A594D40}" srcOrd="1" destOrd="0" presId="urn:microsoft.com/office/officeart/2017/3/layout/HorizontalPathTimeline"/>
    <dgm:cxn modelId="{4B0DACC7-14D1-48E1-829B-6367F713B3E6}" type="presParOf" srcId="{7E95C924-BDD6-40D2-942B-DE0AC479E65B}" destId="{0284BBB9-E910-46D7-84AB-58509C786D54}" srcOrd="2" destOrd="0" presId="urn:microsoft.com/office/officeart/2017/3/layout/HorizontalPathTimeline"/>
    <dgm:cxn modelId="{458A4799-6B8C-433A-8166-A40FA7BC1BB0}" type="presParOf" srcId="{7E95C924-BDD6-40D2-942B-DE0AC479E65B}" destId="{D9F995A0-4444-413E-A8F6-9D5FBCEA6EF1}" srcOrd="3" destOrd="0" presId="urn:microsoft.com/office/officeart/2017/3/layout/HorizontalPathTimeline"/>
    <dgm:cxn modelId="{208B24A6-F903-4053-A2BC-7376A65712A4}" type="presParOf" srcId="{7E95C924-BDD6-40D2-942B-DE0AC479E65B}" destId="{B3752BFE-F607-4CD1-8D5B-EC3C64AF2FF5}" srcOrd="4" destOrd="0" presId="urn:microsoft.com/office/officeart/2017/3/layout/HorizontalPathTimeline"/>
    <dgm:cxn modelId="{0FE77E12-033E-4056-B15B-65356E708322}" type="presParOf" srcId="{65CF0013-EC67-49B8-AC02-FCD59C669EE1}" destId="{7383A5B0-4FC4-4C11-9088-72A2172840D4}" srcOrd="3" destOrd="0" presId="urn:microsoft.com/office/officeart/2017/3/layout/HorizontalPathTimeline"/>
    <dgm:cxn modelId="{1624E407-6B24-450B-A1EF-60756AFF8D62}" type="presParOf" srcId="{65CF0013-EC67-49B8-AC02-FCD59C669EE1}" destId="{A74EF147-2AB8-4562-A126-449FC13A437D}" srcOrd="4" destOrd="0" presId="urn:microsoft.com/office/officeart/2017/3/layout/HorizontalPathTimeline"/>
    <dgm:cxn modelId="{5E7D4572-F0DF-4784-BC22-7907FBFB19A3}" type="presParOf" srcId="{A74EF147-2AB8-4562-A126-449FC13A437D}" destId="{1E0E8CAF-05BF-4E02-A500-39A4031136C7}" srcOrd="0" destOrd="0" presId="urn:microsoft.com/office/officeart/2017/3/layout/HorizontalPathTimeline"/>
    <dgm:cxn modelId="{DCACB174-2A24-40B0-85DB-784095EEF29D}" type="presParOf" srcId="{A74EF147-2AB8-4562-A126-449FC13A437D}" destId="{959BC3F9-947A-43C3-9C77-318323AEFE54}" srcOrd="1" destOrd="0" presId="urn:microsoft.com/office/officeart/2017/3/layout/HorizontalPathTimeline"/>
    <dgm:cxn modelId="{B0CB3D8E-A310-4E59-AB8A-92A67F742A7C}" type="presParOf" srcId="{959BC3F9-947A-43C3-9C77-318323AEFE54}" destId="{A7957BD4-1E22-43E4-8687-CB589A5C2FE2}" srcOrd="0" destOrd="0" presId="urn:microsoft.com/office/officeart/2017/3/layout/HorizontalPathTimeline"/>
    <dgm:cxn modelId="{25D5EAAB-B8DA-4236-814C-46B901C59FE9}" type="presParOf" srcId="{959BC3F9-947A-43C3-9C77-318323AEFE54}" destId="{44B443AD-FC5C-4E90-9EC2-0154D040C224}" srcOrd="1" destOrd="0" presId="urn:microsoft.com/office/officeart/2017/3/layout/HorizontalPathTimeline"/>
    <dgm:cxn modelId="{2AB5B71D-C442-4086-82D0-F67F2E13BD7B}" type="presParOf" srcId="{A74EF147-2AB8-4562-A126-449FC13A437D}" destId="{AD001C9D-6D57-47BF-BE5F-051F760732DE}" srcOrd="2" destOrd="0" presId="urn:microsoft.com/office/officeart/2017/3/layout/HorizontalPathTimeline"/>
    <dgm:cxn modelId="{C31EAE60-DB91-441B-A8CF-8962E4C5078C}" type="presParOf" srcId="{A74EF147-2AB8-4562-A126-449FC13A437D}" destId="{578B2CCD-657E-418E-967A-35C3CF3A9942}" srcOrd="3" destOrd="0" presId="urn:microsoft.com/office/officeart/2017/3/layout/HorizontalPathTimeline"/>
    <dgm:cxn modelId="{B305F49A-57BF-429F-BA3E-08A8134D3AB1}" type="presParOf" srcId="{A74EF147-2AB8-4562-A126-449FC13A437D}" destId="{8C1DE13E-AFD5-4EB1-BC0A-3385B0FF1B8B}" srcOrd="4" destOrd="0" presId="urn:microsoft.com/office/officeart/2017/3/layout/HorizontalPathTimeline"/>
    <dgm:cxn modelId="{7D1F1992-F015-4FC8-8577-577F9B65AE80}" type="presParOf" srcId="{65CF0013-EC67-49B8-AC02-FCD59C669EE1}" destId="{4E836931-F6AB-4DE7-AE5F-8188863771FE}" srcOrd="5" destOrd="0" presId="urn:microsoft.com/office/officeart/2017/3/layout/HorizontalPathTimeline"/>
    <dgm:cxn modelId="{599668B7-A9DC-4436-B80D-DDD00081F607}" type="presParOf" srcId="{65CF0013-EC67-49B8-AC02-FCD59C669EE1}" destId="{104BAD70-BE4D-44BA-8E10-A5E42680C82C}" srcOrd="6" destOrd="0" presId="urn:microsoft.com/office/officeart/2017/3/layout/HorizontalPathTimeline"/>
    <dgm:cxn modelId="{283FC06B-5374-4CF8-B921-6C5C63C228FC}" type="presParOf" srcId="{104BAD70-BE4D-44BA-8E10-A5E42680C82C}" destId="{BC875206-8B7C-4DE0-8916-9C118FB3A623}" srcOrd="0" destOrd="0" presId="urn:microsoft.com/office/officeart/2017/3/layout/HorizontalPathTimeline"/>
    <dgm:cxn modelId="{58E7361D-E49A-454D-84F1-F1BA4DF4ACFF}" type="presParOf" srcId="{104BAD70-BE4D-44BA-8E10-A5E42680C82C}" destId="{6E64B418-E867-4D6E-B501-6FD89E21DA35}" srcOrd="1" destOrd="0" presId="urn:microsoft.com/office/officeart/2017/3/layout/HorizontalPathTimeline"/>
    <dgm:cxn modelId="{244A50C0-AB81-4BE8-9CAD-6D88B641F245}" type="presParOf" srcId="{6E64B418-E867-4D6E-B501-6FD89E21DA35}" destId="{90FDAAE9-A74F-47F1-A2C1-BA14DAA1EB8C}" srcOrd="0" destOrd="0" presId="urn:microsoft.com/office/officeart/2017/3/layout/HorizontalPathTimeline"/>
    <dgm:cxn modelId="{486F55FF-A66A-4AC1-9AF1-4EFD74F9AD44}" type="presParOf" srcId="{6E64B418-E867-4D6E-B501-6FD89E21DA35}" destId="{8D330058-A4D3-41F7-B3C4-FD5342C77F36}" srcOrd="1" destOrd="0" presId="urn:microsoft.com/office/officeart/2017/3/layout/HorizontalPathTimeline"/>
    <dgm:cxn modelId="{D89AE1D7-E9C0-4E98-9568-A0C6FD12E6B8}" type="presParOf" srcId="{104BAD70-BE4D-44BA-8E10-A5E42680C82C}" destId="{ABF9AE61-5B36-4E31-BC60-16B30FC7E638}" srcOrd="2" destOrd="0" presId="urn:microsoft.com/office/officeart/2017/3/layout/HorizontalPathTimeline"/>
    <dgm:cxn modelId="{8FDD9C59-6F24-4B94-AD65-114A4B32D4D5}" type="presParOf" srcId="{104BAD70-BE4D-44BA-8E10-A5E42680C82C}" destId="{44A4357D-FEF1-4AA6-A028-43592FD4A32E}" srcOrd="3" destOrd="0" presId="urn:microsoft.com/office/officeart/2017/3/layout/HorizontalPathTimeline"/>
    <dgm:cxn modelId="{59AFC882-C074-4556-BBE4-6430835FADDA}" type="presParOf" srcId="{104BAD70-BE4D-44BA-8E10-A5E42680C82C}" destId="{97FC09C4-6B43-4326-9DB0-C70A7C368468}"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682299-EC65-43D0-BE49-AC534B78CF3D}" type="doc">
      <dgm:prSet loTypeId="urn:microsoft.com/office/officeart/2005/8/layout/cycle2" loCatId="cycle" qsTypeId="urn:microsoft.com/office/officeart/2005/8/quickstyle/simple1" qsCatId="simple" csTypeId="urn:microsoft.com/office/officeart/2005/8/colors/accent1_2" csCatId="accent1"/>
      <dgm:spPr/>
      <dgm:t>
        <a:bodyPr/>
        <a:lstStyle/>
        <a:p>
          <a:endParaRPr lang="en-US"/>
        </a:p>
      </dgm:t>
    </dgm:pt>
    <dgm:pt modelId="{AA6EC7A5-B220-4BDC-981A-66142D1AD0A0}">
      <dgm:prSet/>
      <dgm:spPr/>
      <dgm:t>
        <a:bodyPr/>
        <a:lstStyle/>
        <a:p>
          <a:r>
            <a:rPr lang="es-CL" b="1"/>
            <a:t>Contexto del Negocio: </a:t>
          </a:r>
          <a:r>
            <a:rPr lang="es-CL"/>
            <a:t>Diseñado para su integración en Departamentos de Radiología y Oncología (Red de Salud Pública/Privada) como herramienta de soporte a la decisión clínica.</a:t>
          </a:r>
          <a:endParaRPr lang="en-US"/>
        </a:p>
      </dgm:t>
    </dgm:pt>
    <dgm:pt modelId="{2B16D22D-5183-4B31-B162-2E6D1E2797B0}" type="parTrans" cxnId="{BA749A17-2EF2-457A-B206-715C269B987E}">
      <dgm:prSet/>
      <dgm:spPr/>
      <dgm:t>
        <a:bodyPr/>
        <a:lstStyle/>
        <a:p>
          <a:endParaRPr lang="en-US"/>
        </a:p>
      </dgm:t>
    </dgm:pt>
    <dgm:pt modelId="{424C7A61-82B7-47E8-B76B-45B40219302D}" type="sibTrans" cxnId="{BA749A17-2EF2-457A-B206-715C269B987E}">
      <dgm:prSet/>
      <dgm:spPr/>
      <dgm:t>
        <a:bodyPr/>
        <a:lstStyle/>
        <a:p>
          <a:endParaRPr lang="en-US"/>
        </a:p>
      </dgm:t>
    </dgm:pt>
    <dgm:pt modelId="{0E17051A-1B5F-43DB-8F9D-BA1AD2867329}">
      <dgm:prSet/>
      <dgm:spPr/>
      <dgm:t>
        <a:bodyPr/>
        <a:lstStyle/>
        <a:p>
          <a:r>
            <a:rPr lang="es-CL" b="1"/>
            <a:t>Justificación de la Data: </a:t>
          </a:r>
          <a:r>
            <a:rPr lang="es-CL"/>
            <a:t>Uso del Dataset Wisconsin Breast Cancer (estándar de la industria) proveniente de biopsias reales, garantizando la fidelidad técnica para el entrenamiento de algoritmos supervisados.</a:t>
          </a:r>
          <a:endParaRPr lang="en-US"/>
        </a:p>
      </dgm:t>
    </dgm:pt>
    <dgm:pt modelId="{60473896-E03E-4161-9575-8344C4CF15E8}" type="parTrans" cxnId="{C76E32ED-A0E0-4F8E-B2DE-9BC6D7A27CFD}">
      <dgm:prSet/>
      <dgm:spPr/>
      <dgm:t>
        <a:bodyPr/>
        <a:lstStyle/>
        <a:p>
          <a:endParaRPr lang="en-US"/>
        </a:p>
      </dgm:t>
    </dgm:pt>
    <dgm:pt modelId="{E4DD4A6C-B58F-40D1-B085-E80CD231914E}" type="sibTrans" cxnId="{C76E32ED-A0E0-4F8E-B2DE-9BC6D7A27CFD}">
      <dgm:prSet/>
      <dgm:spPr/>
      <dgm:t>
        <a:bodyPr/>
        <a:lstStyle/>
        <a:p>
          <a:endParaRPr lang="en-US"/>
        </a:p>
      </dgm:t>
    </dgm:pt>
    <dgm:pt modelId="{9E6D4770-7A68-4E1F-B10E-BCB009855914}" type="pres">
      <dgm:prSet presAssocID="{9D682299-EC65-43D0-BE49-AC534B78CF3D}" presName="cycle" presStyleCnt="0">
        <dgm:presLayoutVars>
          <dgm:dir/>
          <dgm:resizeHandles val="exact"/>
        </dgm:presLayoutVars>
      </dgm:prSet>
      <dgm:spPr/>
    </dgm:pt>
    <dgm:pt modelId="{C6EC26A0-1CFF-4D6F-80A1-4CDAF0E30706}" type="pres">
      <dgm:prSet presAssocID="{AA6EC7A5-B220-4BDC-981A-66142D1AD0A0}" presName="node" presStyleLbl="node1" presStyleIdx="0" presStyleCnt="2">
        <dgm:presLayoutVars>
          <dgm:bulletEnabled val="1"/>
        </dgm:presLayoutVars>
      </dgm:prSet>
      <dgm:spPr/>
    </dgm:pt>
    <dgm:pt modelId="{4E4049EA-4B2F-4E2A-92E3-12693481E294}" type="pres">
      <dgm:prSet presAssocID="{424C7A61-82B7-47E8-B76B-45B40219302D}" presName="sibTrans" presStyleLbl="sibTrans2D1" presStyleIdx="0" presStyleCnt="2"/>
      <dgm:spPr/>
    </dgm:pt>
    <dgm:pt modelId="{C28329EB-6729-4F4E-B40C-6FD0555AB562}" type="pres">
      <dgm:prSet presAssocID="{424C7A61-82B7-47E8-B76B-45B40219302D}" presName="connectorText" presStyleLbl="sibTrans2D1" presStyleIdx="0" presStyleCnt="2"/>
      <dgm:spPr/>
    </dgm:pt>
    <dgm:pt modelId="{92DA2960-8485-4C05-9486-7123F92CA623}" type="pres">
      <dgm:prSet presAssocID="{0E17051A-1B5F-43DB-8F9D-BA1AD2867329}" presName="node" presStyleLbl="node1" presStyleIdx="1" presStyleCnt="2">
        <dgm:presLayoutVars>
          <dgm:bulletEnabled val="1"/>
        </dgm:presLayoutVars>
      </dgm:prSet>
      <dgm:spPr/>
    </dgm:pt>
    <dgm:pt modelId="{FD9672A6-F7F8-47EC-A29E-FE27E7905BA9}" type="pres">
      <dgm:prSet presAssocID="{E4DD4A6C-B58F-40D1-B085-E80CD231914E}" presName="sibTrans" presStyleLbl="sibTrans2D1" presStyleIdx="1" presStyleCnt="2"/>
      <dgm:spPr/>
    </dgm:pt>
    <dgm:pt modelId="{89C843EA-8630-4012-A1EC-47BA86F2F4DA}" type="pres">
      <dgm:prSet presAssocID="{E4DD4A6C-B58F-40D1-B085-E80CD231914E}" presName="connectorText" presStyleLbl="sibTrans2D1" presStyleIdx="1" presStyleCnt="2"/>
      <dgm:spPr/>
    </dgm:pt>
  </dgm:ptLst>
  <dgm:cxnLst>
    <dgm:cxn modelId="{2D2FE50B-4395-4DE2-B69E-532104792758}" type="presOf" srcId="{424C7A61-82B7-47E8-B76B-45B40219302D}" destId="{C28329EB-6729-4F4E-B40C-6FD0555AB562}" srcOrd="1" destOrd="0" presId="urn:microsoft.com/office/officeart/2005/8/layout/cycle2"/>
    <dgm:cxn modelId="{BA749A17-2EF2-457A-B206-715C269B987E}" srcId="{9D682299-EC65-43D0-BE49-AC534B78CF3D}" destId="{AA6EC7A5-B220-4BDC-981A-66142D1AD0A0}" srcOrd="0" destOrd="0" parTransId="{2B16D22D-5183-4B31-B162-2E6D1E2797B0}" sibTransId="{424C7A61-82B7-47E8-B76B-45B40219302D}"/>
    <dgm:cxn modelId="{1A32BA2C-36B8-42F6-BA25-2AD42304F411}" type="presOf" srcId="{9D682299-EC65-43D0-BE49-AC534B78CF3D}" destId="{9E6D4770-7A68-4E1F-B10E-BCB009855914}" srcOrd="0" destOrd="0" presId="urn:microsoft.com/office/officeart/2005/8/layout/cycle2"/>
    <dgm:cxn modelId="{49216B36-400A-48A1-8C58-50D3D8E3E843}" type="presOf" srcId="{E4DD4A6C-B58F-40D1-B085-E80CD231914E}" destId="{FD9672A6-F7F8-47EC-A29E-FE27E7905BA9}" srcOrd="0" destOrd="0" presId="urn:microsoft.com/office/officeart/2005/8/layout/cycle2"/>
    <dgm:cxn modelId="{1EC42842-B759-4ABA-9392-2B88C8684D92}" type="presOf" srcId="{AA6EC7A5-B220-4BDC-981A-66142D1AD0A0}" destId="{C6EC26A0-1CFF-4D6F-80A1-4CDAF0E30706}" srcOrd="0" destOrd="0" presId="urn:microsoft.com/office/officeart/2005/8/layout/cycle2"/>
    <dgm:cxn modelId="{6D8C786E-46F2-405D-B3F5-74FE84ABAC0E}" type="presOf" srcId="{424C7A61-82B7-47E8-B76B-45B40219302D}" destId="{4E4049EA-4B2F-4E2A-92E3-12693481E294}" srcOrd="0" destOrd="0" presId="urn:microsoft.com/office/officeart/2005/8/layout/cycle2"/>
    <dgm:cxn modelId="{F7554F77-BEFF-4E6C-8F5C-25BE6F34444B}" type="presOf" srcId="{E4DD4A6C-B58F-40D1-B085-E80CD231914E}" destId="{89C843EA-8630-4012-A1EC-47BA86F2F4DA}" srcOrd="1" destOrd="0" presId="urn:microsoft.com/office/officeart/2005/8/layout/cycle2"/>
    <dgm:cxn modelId="{F131C892-0706-40EE-B617-ED7578227137}" type="presOf" srcId="{0E17051A-1B5F-43DB-8F9D-BA1AD2867329}" destId="{92DA2960-8485-4C05-9486-7123F92CA623}" srcOrd="0" destOrd="0" presId="urn:microsoft.com/office/officeart/2005/8/layout/cycle2"/>
    <dgm:cxn modelId="{C76E32ED-A0E0-4F8E-B2DE-9BC6D7A27CFD}" srcId="{9D682299-EC65-43D0-BE49-AC534B78CF3D}" destId="{0E17051A-1B5F-43DB-8F9D-BA1AD2867329}" srcOrd="1" destOrd="0" parTransId="{60473896-E03E-4161-9575-8344C4CF15E8}" sibTransId="{E4DD4A6C-B58F-40D1-B085-E80CD231914E}"/>
    <dgm:cxn modelId="{3FD69754-1710-4A35-A410-1F7AA015A8AB}" type="presParOf" srcId="{9E6D4770-7A68-4E1F-B10E-BCB009855914}" destId="{C6EC26A0-1CFF-4D6F-80A1-4CDAF0E30706}" srcOrd="0" destOrd="0" presId="urn:microsoft.com/office/officeart/2005/8/layout/cycle2"/>
    <dgm:cxn modelId="{516E498B-37EA-4408-888A-21B6AE51E559}" type="presParOf" srcId="{9E6D4770-7A68-4E1F-B10E-BCB009855914}" destId="{4E4049EA-4B2F-4E2A-92E3-12693481E294}" srcOrd="1" destOrd="0" presId="urn:microsoft.com/office/officeart/2005/8/layout/cycle2"/>
    <dgm:cxn modelId="{B18CE279-4BB6-4D48-984D-77DE417D4B41}" type="presParOf" srcId="{4E4049EA-4B2F-4E2A-92E3-12693481E294}" destId="{C28329EB-6729-4F4E-B40C-6FD0555AB562}" srcOrd="0" destOrd="0" presId="urn:microsoft.com/office/officeart/2005/8/layout/cycle2"/>
    <dgm:cxn modelId="{12AA40B9-1F27-4A61-A4AA-80715D12577F}" type="presParOf" srcId="{9E6D4770-7A68-4E1F-B10E-BCB009855914}" destId="{92DA2960-8485-4C05-9486-7123F92CA623}" srcOrd="2" destOrd="0" presId="urn:microsoft.com/office/officeart/2005/8/layout/cycle2"/>
    <dgm:cxn modelId="{73C9E938-FBD0-4467-B945-580AACB73F5D}" type="presParOf" srcId="{9E6D4770-7A68-4E1F-B10E-BCB009855914}" destId="{FD9672A6-F7F8-47EC-A29E-FE27E7905BA9}" srcOrd="3" destOrd="0" presId="urn:microsoft.com/office/officeart/2005/8/layout/cycle2"/>
    <dgm:cxn modelId="{7CA73C69-027F-40B7-9C9B-C8E5C2C9B700}" type="presParOf" srcId="{FD9672A6-F7F8-47EC-A29E-FE27E7905BA9}" destId="{89C843EA-8630-4012-A1EC-47BA86F2F4DA}"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F58673-736E-4C22-B02F-C72DA988BFFF}"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91DDB46-0B9F-47CA-9070-D3087D3991A2}">
      <dgm:prSet/>
      <dgm:spPr/>
      <dgm:t>
        <a:bodyPr/>
        <a:lstStyle/>
        <a:p>
          <a:pPr>
            <a:lnSpc>
              <a:spcPct val="100000"/>
            </a:lnSpc>
            <a:defRPr b="1"/>
          </a:pPr>
          <a:r>
            <a:rPr lang="es-CL"/>
            <a:t>Entrenamiento y Modelado (Google Colab):</a:t>
          </a:r>
          <a:endParaRPr lang="en-US"/>
        </a:p>
      </dgm:t>
    </dgm:pt>
    <dgm:pt modelId="{2DB215A5-56E0-4C13-8DD4-6A83F2C6497D}" type="parTrans" cxnId="{2A46D291-0E61-49C8-99F4-0126162B8AFC}">
      <dgm:prSet/>
      <dgm:spPr/>
      <dgm:t>
        <a:bodyPr/>
        <a:lstStyle/>
        <a:p>
          <a:endParaRPr lang="en-US"/>
        </a:p>
      </dgm:t>
    </dgm:pt>
    <dgm:pt modelId="{347202C7-3F94-4A03-9F80-AC2ED1F22118}" type="sibTrans" cxnId="{2A46D291-0E61-49C8-99F4-0126162B8AFC}">
      <dgm:prSet/>
      <dgm:spPr/>
      <dgm:t>
        <a:bodyPr/>
        <a:lstStyle/>
        <a:p>
          <a:endParaRPr lang="en-US"/>
        </a:p>
      </dgm:t>
    </dgm:pt>
    <dgm:pt modelId="{47618C68-FCEA-4015-9C13-8CAF565744C5}">
      <dgm:prSet/>
      <dgm:spPr/>
      <dgm:t>
        <a:bodyPr/>
        <a:lstStyle/>
        <a:p>
          <a:pPr>
            <a:lnSpc>
              <a:spcPct val="100000"/>
            </a:lnSpc>
          </a:pPr>
          <a:r>
            <a:rPr lang="es-CL"/>
            <a:t>Uso de Google Colab como entorno de alto rendimiento en la nube para el entrenamiento de los algoritmos de Machine Learning (Python: Scikit-learn, Pandas, NumPy).</a:t>
          </a:r>
          <a:endParaRPr lang="en-US"/>
        </a:p>
      </dgm:t>
    </dgm:pt>
    <dgm:pt modelId="{85C1BF9C-AA30-4027-AB06-F3C770685501}" type="parTrans" cxnId="{991D64C3-09A0-4B37-A05D-C10B22816DE5}">
      <dgm:prSet/>
      <dgm:spPr/>
      <dgm:t>
        <a:bodyPr/>
        <a:lstStyle/>
        <a:p>
          <a:endParaRPr lang="en-US"/>
        </a:p>
      </dgm:t>
    </dgm:pt>
    <dgm:pt modelId="{84DB1620-AA78-4090-A688-316F1144940F}" type="sibTrans" cxnId="{991D64C3-09A0-4B37-A05D-C10B22816DE5}">
      <dgm:prSet/>
      <dgm:spPr/>
      <dgm:t>
        <a:bodyPr/>
        <a:lstStyle/>
        <a:p>
          <a:endParaRPr lang="en-US"/>
        </a:p>
      </dgm:t>
    </dgm:pt>
    <dgm:pt modelId="{AA3D6E3B-F52E-4F05-AA06-D315189BE832}">
      <dgm:prSet/>
      <dgm:spPr/>
      <dgm:t>
        <a:bodyPr/>
        <a:lstStyle/>
        <a:p>
          <a:pPr>
            <a:lnSpc>
              <a:spcPct val="100000"/>
            </a:lnSpc>
            <a:defRPr b="1"/>
          </a:pPr>
          <a:r>
            <a:rPr lang="es-CL"/>
            <a:t>Desarrollo e Integración (VS Code):</a:t>
          </a:r>
          <a:endParaRPr lang="en-US"/>
        </a:p>
      </dgm:t>
    </dgm:pt>
    <dgm:pt modelId="{19C1F143-6945-47D7-82CE-566677773977}" type="parTrans" cxnId="{D92CC058-8B59-4D96-AFE6-C691AA30F901}">
      <dgm:prSet/>
      <dgm:spPr/>
      <dgm:t>
        <a:bodyPr/>
        <a:lstStyle/>
        <a:p>
          <a:endParaRPr lang="en-US"/>
        </a:p>
      </dgm:t>
    </dgm:pt>
    <dgm:pt modelId="{EA816B39-E333-4027-90A6-27522A124746}" type="sibTrans" cxnId="{D92CC058-8B59-4D96-AFE6-C691AA30F901}">
      <dgm:prSet/>
      <dgm:spPr/>
      <dgm:t>
        <a:bodyPr/>
        <a:lstStyle/>
        <a:p>
          <a:endParaRPr lang="en-US"/>
        </a:p>
      </dgm:t>
    </dgm:pt>
    <dgm:pt modelId="{3803A8A5-E00D-4972-807B-FC7FC7FBF969}">
      <dgm:prSet/>
      <dgm:spPr/>
      <dgm:t>
        <a:bodyPr/>
        <a:lstStyle/>
        <a:p>
          <a:pPr>
            <a:lnSpc>
              <a:spcPct val="100000"/>
            </a:lnSpc>
          </a:pPr>
          <a:r>
            <a:rPr lang="es-CL"/>
            <a:t>Entorno de desarrollo local para la construcción de la lógica del sistema y el diseño de la interfaz de usuario, asegurando la modularidad del código.</a:t>
          </a:r>
          <a:endParaRPr lang="en-US"/>
        </a:p>
      </dgm:t>
    </dgm:pt>
    <dgm:pt modelId="{2FF7C5D1-87DF-4F82-96F4-FCB1579CE7D2}" type="parTrans" cxnId="{A8EABA08-7B6A-4A1E-B4B1-3A57B9665D15}">
      <dgm:prSet/>
      <dgm:spPr/>
      <dgm:t>
        <a:bodyPr/>
        <a:lstStyle/>
        <a:p>
          <a:endParaRPr lang="en-US"/>
        </a:p>
      </dgm:t>
    </dgm:pt>
    <dgm:pt modelId="{E93995A8-07EB-455A-B2C6-88347BEAFC08}" type="sibTrans" cxnId="{A8EABA08-7B6A-4A1E-B4B1-3A57B9665D15}">
      <dgm:prSet/>
      <dgm:spPr/>
      <dgm:t>
        <a:bodyPr/>
        <a:lstStyle/>
        <a:p>
          <a:endParaRPr lang="en-US"/>
        </a:p>
      </dgm:t>
    </dgm:pt>
    <dgm:pt modelId="{0C9EBAD9-3787-4F95-A8E3-12DCB3E3BC46}">
      <dgm:prSet/>
      <dgm:spPr/>
      <dgm:t>
        <a:bodyPr/>
        <a:lstStyle/>
        <a:p>
          <a:pPr>
            <a:lnSpc>
              <a:spcPct val="100000"/>
            </a:lnSpc>
            <a:defRPr b="1"/>
          </a:pPr>
          <a:r>
            <a:rPr lang="es-CL"/>
            <a:t>Control de Calidad (Métricas QA):</a:t>
          </a:r>
          <a:endParaRPr lang="en-US"/>
        </a:p>
      </dgm:t>
    </dgm:pt>
    <dgm:pt modelId="{DD770264-BD8E-46A6-8329-70DD6EF5B190}" type="parTrans" cxnId="{FCBF1355-E550-4641-AE87-1873A135C356}">
      <dgm:prSet/>
      <dgm:spPr/>
      <dgm:t>
        <a:bodyPr/>
        <a:lstStyle/>
        <a:p>
          <a:endParaRPr lang="en-US"/>
        </a:p>
      </dgm:t>
    </dgm:pt>
    <dgm:pt modelId="{850F0612-7A7D-4204-AA03-F3D479CB030D}" type="sibTrans" cxnId="{FCBF1355-E550-4641-AE87-1873A135C356}">
      <dgm:prSet/>
      <dgm:spPr/>
      <dgm:t>
        <a:bodyPr/>
        <a:lstStyle/>
        <a:p>
          <a:endParaRPr lang="en-US"/>
        </a:p>
      </dgm:t>
    </dgm:pt>
    <dgm:pt modelId="{B9612F51-FC97-4E42-8E98-73E52CD1B2B1}">
      <dgm:prSet/>
      <dgm:spPr/>
      <dgm:t>
        <a:bodyPr/>
        <a:lstStyle/>
        <a:p>
          <a:pPr>
            <a:lnSpc>
              <a:spcPct val="100000"/>
            </a:lnSpc>
          </a:pPr>
          <a:r>
            <a:rPr lang="es-CL"/>
            <a:t>Validación técnica mediante Matrices de Confusión, priorizando la métrica de Sensibilidad (Recall) para certificar la efectividad del sistema en la detección de casos malignos.</a:t>
          </a:r>
          <a:endParaRPr lang="en-US"/>
        </a:p>
      </dgm:t>
    </dgm:pt>
    <dgm:pt modelId="{B5F26406-5152-485A-8BC7-2F8F99E6B9C2}" type="parTrans" cxnId="{9D14569B-97B0-4592-AB40-216670789BAA}">
      <dgm:prSet/>
      <dgm:spPr/>
      <dgm:t>
        <a:bodyPr/>
        <a:lstStyle/>
        <a:p>
          <a:endParaRPr lang="en-US"/>
        </a:p>
      </dgm:t>
    </dgm:pt>
    <dgm:pt modelId="{489E4B06-1050-44B2-8431-DBC18BAF06A1}" type="sibTrans" cxnId="{9D14569B-97B0-4592-AB40-216670789BAA}">
      <dgm:prSet/>
      <dgm:spPr/>
      <dgm:t>
        <a:bodyPr/>
        <a:lstStyle/>
        <a:p>
          <a:endParaRPr lang="en-US"/>
        </a:p>
      </dgm:t>
    </dgm:pt>
    <dgm:pt modelId="{E4BA7C56-DF3D-4D1C-84E9-B759F99746DB}">
      <dgm:prSet/>
      <dgm:spPr/>
      <dgm:t>
        <a:bodyPr/>
        <a:lstStyle/>
        <a:p>
          <a:pPr>
            <a:lnSpc>
              <a:spcPct val="100000"/>
            </a:lnSpc>
            <a:defRPr b="1"/>
          </a:pPr>
          <a:r>
            <a:rPr lang="es-CL"/>
            <a:t>Monitoreo y Resultados (Power BI):</a:t>
          </a:r>
          <a:endParaRPr lang="en-US"/>
        </a:p>
      </dgm:t>
    </dgm:pt>
    <dgm:pt modelId="{BCF5E228-E2B7-4849-AB7B-A67653B23DDC}" type="parTrans" cxnId="{0A068CA3-0347-4403-A8D6-A7034640FE1A}">
      <dgm:prSet/>
      <dgm:spPr/>
      <dgm:t>
        <a:bodyPr/>
        <a:lstStyle/>
        <a:p>
          <a:endParaRPr lang="en-US"/>
        </a:p>
      </dgm:t>
    </dgm:pt>
    <dgm:pt modelId="{C1A04903-A6D9-4B5A-B730-B3F375895A8B}" type="sibTrans" cxnId="{0A068CA3-0347-4403-A8D6-A7034640FE1A}">
      <dgm:prSet/>
      <dgm:spPr/>
      <dgm:t>
        <a:bodyPr/>
        <a:lstStyle/>
        <a:p>
          <a:endParaRPr lang="en-US"/>
        </a:p>
      </dgm:t>
    </dgm:pt>
    <dgm:pt modelId="{E338AA82-DA3C-42AE-BBA8-3CAB8B93077D}">
      <dgm:prSet/>
      <dgm:spPr/>
      <dgm:t>
        <a:bodyPr/>
        <a:lstStyle/>
        <a:p>
          <a:pPr>
            <a:lnSpc>
              <a:spcPct val="100000"/>
            </a:lnSpc>
          </a:pPr>
          <a:r>
            <a:rPr lang="es-CL"/>
            <a:t>Implementación de un Dashboard técnico en Power BI para la visualización de indicadores de rendimiento y resultados finales del diagnóstico.</a:t>
          </a:r>
          <a:endParaRPr lang="en-US"/>
        </a:p>
      </dgm:t>
    </dgm:pt>
    <dgm:pt modelId="{572DD959-0E87-49A5-A4DD-11F24FDFF95B}" type="parTrans" cxnId="{C58ED754-2BC3-4E4E-9DF0-5AE31CAB61E5}">
      <dgm:prSet/>
      <dgm:spPr/>
      <dgm:t>
        <a:bodyPr/>
        <a:lstStyle/>
        <a:p>
          <a:endParaRPr lang="en-US"/>
        </a:p>
      </dgm:t>
    </dgm:pt>
    <dgm:pt modelId="{41355D43-E914-4723-B45A-464EAD792FC2}" type="sibTrans" cxnId="{C58ED754-2BC3-4E4E-9DF0-5AE31CAB61E5}">
      <dgm:prSet/>
      <dgm:spPr/>
      <dgm:t>
        <a:bodyPr/>
        <a:lstStyle/>
        <a:p>
          <a:endParaRPr lang="en-US"/>
        </a:p>
      </dgm:t>
    </dgm:pt>
    <dgm:pt modelId="{C607E8EC-DCF4-44B6-9095-9DB140F45F58}" type="pres">
      <dgm:prSet presAssocID="{6EF58673-736E-4C22-B02F-C72DA988BFFF}" presName="root" presStyleCnt="0">
        <dgm:presLayoutVars>
          <dgm:dir/>
          <dgm:resizeHandles val="exact"/>
        </dgm:presLayoutVars>
      </dgm:prSet>
      <dgm:spPr/>
    </dgm:pt>
    <dgm:pt modelId="{733BA66D-71D2-4C81-B8FF-98FBF47F4994}" type="pres">
      <dgm:prSet presAssocID="{791DDB46-0B9F-47CA-9070-D3087D3991A2}" presName="compNode" presStyleCnt="0"/>
      <dgm:spPr/>
    </dgm:pt>
    <dgm:pt modelId="{1B847739-018B-42C2-9568-428D4D557DE7}" type="pres">
      <dgm:prSet presAssocID="{791DDB46-0B9F-47CA-9070-D3087D3991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ncuerna"/>
        </a:ext>
      </dgm:extLst>
    </dgm:pt>
    <dgm:pt modelId="{28450CEF-E67C-4261-A530-B59B14498DF8}" type="pres">
      <dgm:prSet presAssocID="{791DDB46-0B9F-47CA-9070-D3087D3991A2}" presName="iconSpace" presStyleCnt="0"/>
      <dgm:spPr/>
    </dgm:pt>
    <dgm:pt modelId="{DC8EEABC-D9B2-43E7-B639-55F9B9EA5531}" type="pres">
      <dgm:prSet presAssocID="{791DDB46-0B9F-47CA-9070-D3087D3991A2}" presName="parTx" presStyleLbl="revTx" presStyleIdx="0" presStyleCnt="8">
        <dgm:presLayoutVars>
          <dgm:chMax val="0"/>
          <dgm:chPref val="0"/>
        </dgm:presLayoutVars>
      </dgm:prSet>
      <dgm:spPr/>
    </dgm:pt>
    <dgm:pt modelId="{EF64E7D3-BCDD-4549-8407-CF40EE86C0A3}" type="pres">
      <dgm:prSet presAssocID="{791DDB46-0B9F-47CA-9070-D3087D3991A2}" presName="txSpace" presStyleCnt="0"/>
      <dgm:spPr/>
    </dgm:pt>
    <dgm:pt modelId="{1074ABAB-1F04-46AD-9AA5-29400F947ADE}" type="pres">
      <dgm:prSet presAssocID="{791DDB46-0B9F-47CA-9070-D3087D3991A2}" presName="desTx" presStyleLbl="revTx" presStyleIdx="1" presStyleCnt="8">
        <dgm:presLayoutVars/>
      </dgm:prSet>
      <dgm:spPr/>
    </dgm:pt>
    <dgm:pt modelId="{206CF3CB-95CC-4569-B650-DD3FF10473A6}" type="pres">
      <dgm:prSet presAssocID="{347202C7-3F94-4A03-9F80-AC2ED1F22118}" presName="sibTrans" presStyleCnt="0"/>
      <dgm:spPr/>
    </dgm:pt>
    <dgm:pt modelId="{CB0742B3-D58C-4BF8-8552-FD6E3CAA1625}" type="pres">
      <dgm:prSet presAssocID="{AA3D6E3B-F52E-4F05-AA06-D315189BE832}" presName="compNode" presStyleCnt="0"/>
      <dgm:spPr/>
    </dgm:pt>
    <dgm:pt modelId="{3A12D28B-286B-42A1-8A43-9343CFE5E192}" type="pres">
      <dgm:prSet presAssocID="{AA3D6E3B-F52E-4F05-AA06-D315189BE83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udad"/>
        </a:ext>
      </dgm:extLst>
    </dgm:pt>
    <dgm:pt modelId="{1D42666A-F806-4935-A641-EA87113B154F}" type="pres">
      <dgm:prSet presAssocID="{AA3D6E3B-F52E-4F05-AA06-D315189BE832}" presName="iconSpace" presStyleCnt="0"/>
      <dgm:spPr/>
    </dgm:pt>
    <dgm:pt modelId="{513B491A-5092-4D72-9596-BC1DF5A2B6ED}" type="pres">
      <dgm:prSet presAssocID="{AA3D6E3B-F52E-4F05-AA06-D315189BE832}" presName="parTx" presStyleLbl="revTx" presStyleIdx="2" presStyleCnt="8">
        <dgm:presLayoutVars>
          <dgm:chMax val="0"/>
          <dgm:chPref val="0"/>
        </dgm:presLayoutVars>
      </dgm:prSet>
      <dgm:spPr/>
    </dgm:pt>
    <dgm:pt modelId="{A38F6487-D537-4DF3-A232-C1123327BC35}" type="pres">
      <dgm:prSet presAssocID="{AA3D6E3B-F52E-4F05-AA06-D315189BE832}" presName="txSpace" presStyleCnt="0"/>
      <dgm:spPr/>
    </dgm:pt>
    <dgm:pt modelId="{D90E42EF-2EA3-4209-8E36-CC3A073FE5DF}" type="pres">
      <dgm:prSet presAssocID="{AA3D6E3B-F52E-4F05-AA06-D315189BE832}" presName="desTx" presStyleLbl="revTx" presStyleIdx="3" presStyleCnt="8">
        <dgm:presLayoutVars/>
      </dgm:prSet>
      <dgm:spPr/>
    </dgm:pt>
    <dgm:pt modelId="{14AF92F4-8624-4728-BD02-16EB8340B483}" type="pres">
      <dgm:prSet presAssocID="{EA816B39-E333-4027-90A6-27522A124746}" presName="sibTrans" presStyleCnt="0"/>
      <dgm:spPr/>
    </dgm:pt>
    <dgm:pt modelId="{0A801CA0-8E09-4894-8A2C-B5F2B0FD973A}" type="pres">
      <dgm:prSet presAssocID="{0C9EBAD9-3787-4F95-A8E3-12DCB3E3BC46}" presName="compNode" presStyleCnt="0"/>
      <dgm:spPr/>
    </dgm:pt>
    <dgm:pt modelId="{2805AB74-183C-4ED8-ACD6-4EB5007512E3}" type="pres">
      <dgm:prSet presAssocID="{0C9EBAD9-3787-4F95-A8E3-12DCB3E3BC4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agrama de flujo"/>
        </a:ext>
      </dgm:extLst>
    </dgm:pt>
    <dgm:pt modelId="{41E817E4-DBB6-4B1C-A079-BD554C9A9B28}" type="pres">
      <dgm:prSet presAssocID="{0C9EBAD9-3787-4F95-A8E3-12DCB3E3BC46}" presName="iconSpace" presStyleCnt="0"/>
      <dgm:spPr/>
    </dgm:pt>
    <dgm:pt modelId="{67C58F8D-742E-4225-8108-645106B23BFB}" type="pres">
      <dgm:prSet presAssocID="{0C9EBAD9-3787-4F95-A8E3-12DCB3E3BC46}" presName="parTx" presStyleLbl="revTx" presStyleIdx="4" presStyleCnt="8">
        <dgm:presLayoutVars>
          <dgm:chMax val="0"/>
          <dgm:chPref val="0"/>
        </dgm:presLayoutVars>
      </dgm:prSet>
      <dgm:spPr/>
    </dgm:pt>
    <dgm:pt modelId="{B1A83FC9-CB61-45D9-AD5E-B47BE1B0ADDB}" type="pres">
      <dgm:prSet presAssocID="{0C9EBAD9-3787-4F95-A8E3-12DCB3E3BC46}" presName="txSpace" presStyleCnt="0"/>
      <dgm:spPr/>
    </dgm:pt>
    <dgm:pt modelId="{3D39E6F6-5A20-48B9-9D58-77147C1BBEE1}" type="pres">
      <dgm:prSet presAssocID="{0C9EBAD9-3787-4F95-A8E3-12DCB3E3BC46}" presName="desTx" presStyleLbl="revTx" presStyleIdx="5" presStyleCnt="8">
        <dgm:presLayoutVars/>
      </dgm:prSet>
      <dgm:spPr/>
    </dgm:pt>
    <dgm:pt modelId="{1F72ADB2-53AD-476F-8CE0-23E6F083B84D}" type="pres">
      <dgm:prSet presAssocID="{850F0612-7A7D-4204-AA03-F3D479CB030D}" presName="sibTrans" presStyleCnt="0"/>
      <dgm:spPr/>
    </dgm:pt>
    <dgm:pt modelId="{65B9B054-A829-4408-9DA8-A72D771E987E}" type="pres">
      <dgm:prSet presAssocID="{E4BA7C56-DF3D-4D1C-84E9-B759F99746DB}" presName="compNode" presStyleCnt="0"/>
      <dgm:spPr/>
    </dgm:pt>
    <dgm:pt modelId="{99352A54-AAB4-4EAD-93DB-29413398F3EF}" type="pres">
      <dgm:prSet presAssocID="{E4BA7C56-DF3D-4D1C-84E9-B759F99746D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ndicador"/>
        </a:ext>
      </dgm:extLst>
    </dgm:pt>
    <dgm:pt modelId="{7D20B272-6E70-45E9-B336-B4E05B9FE6DE}" type="pres">
      <dgm:prSet presAssocID="{E4BA7C56-DF3D-4D1C-84E9-B759F99746DB}" presName="iconSpace" presStyleCnt="0"/>
      <dgm:spPr/>
    </dgm:pt>
    <dgm:pt modelId="{1D339101-9AC9-4237-BED3-966F02D20512}" type="pres">
      <dgm:prSet presAssocID="{E4BA7C56-DF3D-4D1C-84E9-B759F99746DB}" presName="parTx" presStyleLbl="revTx" presStyleIdx="6" presStyleCnt="8">
        <dgm:presLayoutVars>
          <dgm:chMax val="0"/>
          <dgm:chPref val="0"/>
        </dgm:presLayoutVars>
      </dgm:prSet>
      <dgm:spPr/>
    </dgm:pt>
    <dgm:pt modelId="{B74EE7DA-01FC-43EC-BDA7-D4ED3F75E2E1}" type="pres">
      <dgm:prSet presAssocID="{E4BA7C56-DF3D-4D1C-84E9-B759F99746DB}" presName="txSpace" presStyleCnt="0"/>
      <dgm:spPr/>
    </dgm:pt>
    <dgm:pt modelId="{D428519A-5FE4-4FA1-8FDD-F990219A7ABE}" type="pres">
      <dgm:prSet presAssocID="{E4BA7C56-DF3D-4D1C-84E9-B759F99746DB}" presName="desTx" presStyleLbl="revTx" presStyleIdx="7" presStyleCnt="8">
        <dgm:presLayoutVars/>
      </dgm:prSet>
      <dgm:spPr/>
    </dgm:pt>
  </dgm:ptLst>
  <dgm:cxnLst>
    <dgm:cxn modelId="{A8EABA08-7B6A-4A1E-B4B1-3A57B9665D15}" srcId="{AA3D6E3B-F52E-4F05-AA06-D315189BE832}" destId="{3803A8A5-E00D-4972-807B-FC7FC7FBF969}" srcOrd="0" destOrd="0" parTransId="{2FF7C5D1-87DF-4F82-96F4-FCB1579CE7D2}" sibTransId="{E93995A8-07EB-455A-B2C6-88347BEAFC08}"/>
    <dgm:cxn modelId="{7945622D-310F-4597-885A-CBEB3BACF42C}" type="presOf" srcId="{6EF58673-736E-4C22-B02F-C72DA988BFFF}" destId="{C607E8EC-DCF4-44B6-9095-9DB140F45F58}" srcOrd="0" destOrd="0" presId="urn:microsoft.com/office/officeart/2018/5/layout/CenteredIconLabelDescriptionList"/>
    <dgm:cxn modelId="{BA74CF61-332C-4AEC-87CB-2CCFC15B3044}" type="presOf" srcId="{791DDB46-0B9F-47CA-9070-D3087D3991A2}" destId="{DC8EEABC-D9B2-43E7-B639-55F9B9EA5531}" srcOrd="0" destOrd="0" presId="urn:microsoft.com/office/officeart/2018/5/layout/CenteredIconLabelDescriptionList"/>
    <dgm:cxn modelId="{41E39E73-65DB-4F16-B051-890C9C1F72E0}" type="presOf" srcId="{E338AA82-DA3C-42AE-BBA8-3CAB8B93077D}" destId="{D428519A-5FE4-4FA1-8FDD-F990219A7ABE}" srcOrd="0" destOrd="0" presId="urn:microsoft.com/office/officeart/2018/5/layout/CenteredIconLabelDescriptionList"/>
    <dgm:cxn modelId="{C58ED754-2BC3-4E4E-9DF0-5AE31CAB61E5}" srcId="{E4BA7C56-DF3D-4D1C-84E9-B759F99746DB}" destId="{E338AA82-DA3C-42AE-BBA8-3CAB8B93077D}" srcOrd="0" destOrd="0" parTransId="{572DD959-0E87-49A5-A4DD-11F24FDFF95B}" sibTransId="{41355D43-E914-4723-B45A-464EAD792FC2}"/>
    <dgm:cxn modelId="{FCBF1355-E550-4641-AE87-1873A135C356}" srcId="{6EF58673-736E-4C22-B02F-C72DA988BFFF}" destId="{0C9EBAD9-3787-4F95-A8E3-12DCB3E3BC46}" srcOrd="2" destOrd="0" parTransId="{DD770264-BD8E-46A6-8329-70DD6EF5B190}" sibTransId="{850F0612-7A7D-4204-AA03-F3D479CB030D}"/>
    <dgm:cxn modelId="{D92CC058-8B59-4D96-AFE6-C691AA30F901}" srcId="{6EF58673-736E-4C22-B02F-C72DA988BFFF}" destId="{AA3D6E3B-F52E-4F05-AA06-D315189BE832}" srcOrd="1" destOrd="0" parTransId="{19C1F143-6945-47D7-82CE-566677773977}" sibTransId="{EA816B39-E333-4027-90A6-27522A124746}"/>
    <dgm:cxn modelId="{2A46D291-0E61-49C8-99F4-0126162B8AFC}" srcId="{6EF58673-736E-4C22-B02F-C72DA988BFFF}" destId="{791DDB46-0B9F-47CA-9070-D3087D3991A2}" srcOrd="0" destOrd="0" parTransId="{2DB215A5-56E0-4C13-8DD4-6A83F2C6497D}" sibTransId="{347202C7-3F94-4A03-9F80-AC2ED1F22118}"/>
    <dgm:cxn modelId="{5BA71E95-0C28-4FF3-995E-04BF3FFC08ED}" type="presOf" srcId="{E4BA7C56-DF3D-4D1C-84E9-B759F99746DB}" destId="{1D339101-9AC9-4237-BED3-966F02D20512}" srcOrd="0" destOrd="0" presId="urn:microsoft.com/office/officeart/2018/5/layout/CenteredIconLabelDescriptionList"/>
    <dgm:cxn modelId="{9D14569B-97B0-4592-AB40-216670789BAA}" srcId="{0C9EBAD9-3787-4F95-A8E3-12DCB3E3BC46}" destId="{B9612F51-FC97-4E42-8E98-73E52CD1B2B1}" srcOrd="0" destOrd="0" parTransId="{B5F26406-5152-485A-8BC7-2F8F99E6B9C2}" sibTransId="{489E4B06-1050-44B2-8431-DBC18BAF06A1}"/>
    <dgm:cxn modelId="{496386A3-7785-459A-A150-CB5666D59FB1}" type="presOf" srcId="{0C9EBAD9-3787-4F95-A8E3-12DCB3E3BC46}" destId="{67C58F8D-742E-4225-8108-645106B23BFB}" srcOrd="0" destOrd="0" presId="urn:microsoft.com/office/officeart/2018/5/layout/CenteredIconLabelDescriptionList"/>
    <dgm:cxn modelId="{0A068CA3-0347-4403-A8D6-A7034640FE1A}" srcId="{6EF58673-736E-4C22-B02F-C72DA988BFFF}" destId="{E4BA7C56-DF3D-4D1C-84E9-B759F99746DB}" srcOrd="3" destOrd="0" parTransId="{BCF5E228-E2B7-4849-AB7B-A67653B23DDC}" sibTransId="{C1A04903-A6D9-4B5A-B730-B3F375895A8B}"/>
    <dgm:cxn modelId="{3B1628A4-38B1-41FF-8200-E1AF4F3577DF}" type="presOf" srcId="{3803A8A5-E00D-4972-807B-FC7FC7FBF969}" destId="{D90E42EF-2EA3-4209-8E36-CC3A073FE5DF}" srcOrd="0" destOrd="0" presId="urn:microsoft.com/office/officeart/2018/5/layout/CenteredIconLabelDescriptionList"/>
    <dgm:cxn modelId="{991D64C3-09A0-4B37-A05D-C10B22816DE5}" srcId="{791DDB46-0B9F-47CA-9070-D3087D3991A2}" destId="{47618C68-FCEA-4015-9C13-8CAF565744C5}" srcOrd="0" destOrd="0" parTransId="{85C1BF9C-AA30-4027-AB06-F3C770685501}" sibTransId="{84DB1620-AA78-4090-A688-316F1144940F}"/>
    <dgm:cxn modelId="{65C3A9DA-AA0B-4DF5-A156-2F0ED7D41612}" type="presOf" srcId="{AA3D6E3B-F52E-4F05-AA06-D315189BE832}" destId="{513B491A-5092-4D72-9596-BC1DF5A2B6ED}" srcOrd="0" destOrd="0" presId="urn:microsoft.com/office/officeart/2018/5/layout/CenteredIconLabelDescriptionList"/>
    <dgm:cxn modelId="{D5154BE1-BBDC-44FA-9E5F-0E684ADB0AA6}" type="presOf" srcId="{47618C68-FCEA-4015-9C13-8CAF565744C5}" destId="{1074ABAB-1F04-46AD-9AA5-29400F947ADE}" srcOrd="0" destOrd="0" presId="urn:microsoft.com/office/officeart/2018/5/layout/CenteredIconLabelDescriptionList"/>
    <dgm:cxn modelId="{01C4CFF1-022B-4CBF-ACD8-23FA99B7878E}" type="presOf" srcId="{B9612F51-FC97-4E42-8E98-73E52CD1B2B1}" destId="{3D39E6F6-5A20-48B9-9D58-77147C1BBEE1}" srcOrd="0" destOrd="0" presId="urn:microsoft.com/office/officeart/2018/5/layout/CenteredIconLabelDescriptionList"/>
    <dgm:cxn modelId="{C739CC19-E64F-4F45-A0C1-96EBA1174F82}" type="presParOf" srcId="{C607E8EC-DCF4-44B6-9095-9DB140F45F58}" destId="{733BA66D-71D2-4C81-B8FF-98FBF47F4994}" srcOrd="0" destOrd="0" presId="urn:microsoft.com/office/officeart/2018/5/layout/CenteredIconLabelDescriptionList"/>
    <dgm:cxn modelId="{A34F95F6-1689-434A-90D5-9BE458466F2B}" type="presParOf" srcId="{733BA66D-71D2-4C81-B8FF-98FBF47F4994}" destId="{1B847739-018B-42C2-9568-428D4D557DE7}" srcOrd="0" destOrd="0" presId="urn:microsoft.com/office/officeart/2018/5/layout/CenteredIconLabelDescriptionList"/>
    <dgm:cxn modelId="{2AFF21D0-B9FD-4F22-9FD7-37C0297620D2}" type="presParOf" srcId="{733BA66D-71D2-4C81-B8FF-98FBF47F4994}" destId="{28450CEF-E67C-4261-A530-B59B14498DF8}" srcOrd="1" destOrd="0" presId="urn:microsoft.com/office/officeart/2018/5/layout/CenteredIconLabelDescriptionList"/>
    <dgm:cxn modelId="{D8FD3589-0324-4093-A2D8-1D97B1E943ED}" type="presParOf" srcId="{733BA66D-71D2-4C81-B8FF-98FBF47F4994}" destId="{DC8EEABC-D9B2-43E7-B639-55F9B9EA5531}" srcOrd="2" destOrd="0" presId="urn:microsoft.com/office/officeart/2018/5/layout/CenteredIconLabelDescriptionList"/>
    <dgm:cxn modelId="{D89B3D40-3DA0-4F01-9C4F-86E120DF91E5}" type="presParOf" srcId="{733BA66D-71D2-4C81-B8FF-98FBF47F4994}" destId="{EF64E7D3-BCDD-4549-8407-CF40EE86C0A3}" srcOrd="3" destOrd="0" presId="urn:microsoft.com/office/officeart/2018/5/layout/CenteredIconLabelDescriptionList"/>
    <dgm:cxn modelId="{00E267C0-8323-4754-993D-6EE45394BFDE}" type="presParOf" srcId="{733BA66D-71D2-4C81-B8FF-98FBF47F4994}" destId="{1074ABAB-1F04-46AD-9AA5-29400F947ADE}" srcOrd="4" destOrd="0" presId="urn:microsoft.com/office/officeart/2018/5/layout/CenteredIconLabelDescriptionList"/>
    <dgm:cxn modelId="{C5B08302-A71F-41C9-8FAC-54098B98BAF3}" type="presParOf" srcId="{C607E8EC-DCF4-44B6-9095-9DB140F45F58}" destId="{206CF3CB-95CC-4569-B650-DD3FF10473A6}" srcOrd="1" destOrd="0" presId="urn:microsoft.com/office/officeart/2018/5/layout/CenteredIconLabelDescriptionList"/>
    <dgm:cxn modelId="{62E3107D-E29F-424E-82DC-A1ED4985E1DA}" type="presParOf" srcId="{C607E8EC-DCF4-44B6-9095-9DB140F45F58}" destId="{CB0742B3-D58C-4BF8-8552-FD6E3CAA1625}" srcOrd="2" destOrd="0" presId="urn:microsoft.com/office/officeart/2018/5/layout/CenteredIconLabelDescriptionList"/>
    <dgm:cxn modelId="{CDEA9639-0FD7-4E76-BCD5-19DCD0565C12}" type="presParOf" srcId="{CB0742B3-D58C-4BF8-8552-FD6E3CAA1625}" destId="{3A12D28B-286B-42A1-8A43-9343CFE5E192}" srcOrd="0" destOrd="0" presId="urn:microsoft.com/office/officeart/2018/5/layout/CenteredIconLabelDescriptionList"/>
    <dgm:cxn modelId="{24F5A53B-C768-4E56-A998-0C687AEC3E3D}" type="presParOf" srcId="{CB0742B3-D58C-4BF8-8552-FD6E3CAA1625}" destId="{1D42666A-F806-4935-A641-EA87113B154F}" srcOrd="1" destOrd="0" presId="urn:microsoft.com/office/officeart/2018/5/layout/CenteredIconLabelDescriptionList"/>
    <dgm:cxn modelId="{EC3ABB26-D84E-4CFF-B6D7-9F056C9B5682}" type="presParOf" srcId="{CB0742B3-D58C-4BF8-8552-FD6E3CAA1625}" destId="{513B491A-5092-4D72-9596-BC1DF5A2B6ED}" srcOrd="2" destOrd="0" presId="urn:microsoft.com/office/officeart/2018/5/layout/CenteredIconLabelDescriptionList"/>
    <dgm:cxn modelId="{A657D9D4-9792-4511-9E2D-35E9E4AC71C4}" type="presParOf" srcId="{CB0742B3-D58C-4BF8-8552-FD6E3CAA1625}" destId="{A38F6487-D537-4DF3-A232-C1123327BC35}" srcOrd="3" destOrd="0" presId="urn:microsoft.com/office/officeart/2018/5/layout/CenteredIconLabelDescriptionList"/>
    <dgm:cxn modelId="{5E789AE0-BDE2-4B30-BA6A-2A023F8ED6BF}" type="presParOf" srcId="{CB0742B3-D58C-4BF8-8552-FD6E3CAA1625}" destId="{D90E42EF-2EA3-4209-8E36-CC3A073FE5DF}" srcOrd="4" destOrd="0" presId="urn:microsoft.com/office/officeart/2018/5/layout/CenteredIconLabelDescriptionList"/>
    <dgm:cxn modelId="{EDC99746-F99F-47C3-93EA-D5FC99444F41}" type="presParOf" srcId="{C607E8EC-DCF4-44B6-9095-9DB140F45F58}" destId="{14AF92F4-8624-4728-BD02-16EB8340B483}" srcOrd="3" destOrd="0" presId="urn:microsoft.com/office/officeart/2018/5/layout/CenteredIconLabelDescriptionList"/>
    <dgm:cxn modelId="{62CB525E-5F61-40FB-8C30-4E85CCD8E234}" type="presParOf" srcId="{C607E8EC-DCF4-44B6-9095-9DB140F45F58}" destId="{0A801CA0-8E09-4894-8A2C-B5F2B0FD973A}" srcOrd="4" destOrd="0" presId="urn:microsoft.com/office/officeart/2018/5/layout/CenteredIconLabelDescriptionList"/>
    <dgm:cxn modelId="{274AAF49-4FBF-4C0C-8D45-3998F6C30824}" type="presParOf" srcId="{0A801CA0-8E09-4894-8A2C-B5F2B0FD973A}" destId="{2805AB74-183C-4ED8-ACD6-4EB5007512E3}" srcOrd="0" destOrd="0" presId="urn:microsoft.com/office/officeart/2018/5/layout/CenteredIconLabelDescriptionList"/>
    <dgm:cxn modelId="{6758AAEA-8D2E-4B8B-847A-2C0D4BC242C8}" type="presParOf" srcId="{0A801CA0-8E09-4894-8A2C-B5F2B0FD973A}" destId="{41E817E4-DBB6-4B1C-A079-BD554C9A9B28}" srcOrd="1" destOrd="0" presId="urn:microsoft.com/office/officeart/2018/5/layout/CenteredIconLabelDescriptionList"/>
    <dgm:cxn modelId="{07A84638-5BB4-41C8-8E3A-CD528C79125A}" type="presParOf" srcId="{0A801CA0-8E09-4894-8A2C-B5F2B0FD973A}" destId="{67C58F8D-742E-4225-8108-645106B23BFB}" srcOrd="2" destOrd="0" presId="urn:microsoft.com/office/officeart/2018/5/layout/CenteredIconLabelDescriptionList"/>
    <dgm:cxn modelId="{F8D18EFF-79AC-4A86-A853-384EDD42CD55}" type="presParOf" srcId="{0A801CA0-8E09-4894-8A2C-B5F2B0FD973A}" destId="{B1A83FC9-CB61-45D9-AD5E-B47BE1B0ADDB}" srcOrd="3" destOrd="0" presId="urn:microsoft.com/office/officeart/2018/5/layout/CenteredIconLabelDescriptionList"/>
    <dgm:cxn modelId="{08D2D024-BA37-4BB9-BB5D-728E24D71B31}" type="presParOf" srcId="{0A801CA0-8E09-4894-8A2C-B5F2B0FD973A}" destId="{3D39E6F6-5A20-48B9-9D58-77147C1BBEE1}" srcOrd="4" destOrd="0" presId="urn:microsoft.com/office/officeart/2018/5/layout/CenteredIconLabelDescriptionList"/>
    <dgm:cxn modelId="{E930FC2E-21DC-4105-85E8-6455332D31FE}" type="presParOf" srcId="{C607E8EC-DCF4-44B6-9095-9DB140F45F58}" destId="{1F72ADB2-53AD-476F-8CE0-23E6F083B84D}" srcOrd="5" destOrd="0" presId="urn:microsoft.com/office/officeart/2018/5/layout/CenteredIconLabelDescriptionList"/>
    <dgm:cxn modelId="{05D03C50-E4B0-4CB8-A449-ECC5D34DC511}" type="presParOf" srcId="{C607E8EC-DCF4-44B6-9095-9DB140F45F58}" destId="{65B9B054-A829-4408-9DA8-A72D771E987E}" srcOrd="6" destOrd="0" presId="urn:microsoft.com/office/officeart/2018/5/layout/CenteredIconLabelDescriptionList"/>
    <dgm:cxn modelId="{610B96C8-5131-4414-86A6-63E58370D95B}" type="presParOf" srcId="{65B9B054-A829-4408-9DA8-A72D771E987E}" destId="{99352A54-AAB4-4EAD-93DB-29413398F3EF}" srcOrd="0" destOrd="0" presId="urn:microsoft.com/office/officeart/2018/5/layout/CenteredIconLabelDescriptionList"/>
    <dgm:cxn modelId="{32BFDD0C-09BC-439E-95A4-096E96B36801}" type="presParOf" srcId="{65B9B054-A829-4408-9DA8-A72D771E987E}" destId="{7D20B272-6E70-45E9-B336-B4E05B9FE6DE}" srcOrd="1" destOrd="0" presId="urn:microsoft.com/office/officeart/2018/5/layout/CenteredIconLabelDescriptionList"/>
    <dgm:cxn modelId="{42AAAE29-F47F-4E20-8E23-70EACE3A0EB5}" type="presParOf" srcId="{65B9B054-A829-4408-9DA8-A72D771E987E}" destId="{1D339101-9AC9-4237-BED3-966F02D20512}" srcOrd="2" destOrd="0" presId="urn:microsoft.com/office/officeart/2018/5/layout/CenteredIconLabelDescriptionList"/>
    <dgm:cxn modelId="{62E9F881-472D-4FE4-B85E-DBD94C1194F7}" type="presParOf" srcId="{65B9B054-A829-4408-9DA8-A72D771E987E}" destId="{B74EE7DA-01FC-43EC-BDA7-D4ED3F75E2E1}" srcOrd="3" destOrd="0" presId="urn:microsoft.com/office/officeart/2018/5/layout/CenteredIconLabelDescriptionList"/>
    <dgm:cxn modelId="{9220A127-0BA8-435A-A4F5-69C7E701C6C1}" type="presParOf" srcId="{65B9B054-A829-4408-9DA8-A72D771E987E}" destId="{D428519A-5FE4-4FA1-8FDD-F990219A7ABE}"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60E8C-122D-499D-94C2-56E34A6FB285}">
      <dsp:nvSpPr>
        <dsp:cNvPr id="0" name=""/>
        <dsp:cNvSpPr/>
      </dsp:nvSpPr>
      <dsp:spPr>
        <a:xfrm>
          <a:off x="1212569" y="907870"/>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BEEFBA-EECA-4F0E-8E05-0A1EC80C9B5B}">
      <dsp:nvSpPr>
        <dsp:cNvPr id="0" name=""/>
        <dsp:cNvSpPr/>
      </dsp:nvSpPr>
      <dsp:spPr>
        <a:xfrm>
          <a:off x="417971" y="2588467"/>
          <a:ext cx="28894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Problema: Necesidad de reducir el índice de falsos negativos y los tiempos de respuesta en la detección de tumores malignos.</a:t>
          </a:r>
          <a:endParaRPr lang="en-US" sz="1100" kern="1200"/>
        </a:p>
      </dsp:txBody>
      <dsp:txXfrm>
        <a:off x="417971" y="2588467"/>
        <a:ext cx="2889450" cy="855000"/>
      </dsp:txXfrm>
    </dsp:sp>
    <dsp:sp modelId="{629DF08C-8E8D-4589-B710-05AE99785EFD}">
      <dsp:nvSpPr>
        <dsp:cNvPr id="0" name=""/>
        <dsp:cNvSpPr/>
      </dsp:nvSpPr>
      <dsp:spPr>
        <a:xfrm>
          <a:off x="4607673" y="907870"/>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5E8335-1B18-491B-8497-298A5F5A837B}">
      <dsp:nvSpPr>
        <dsp:cNvPr id="0" name=""/>
        <dsp:cNvSpPr/>
      </dsp:nvSpPr>
      <dsp:spPr>
        <a:xfrm>
          <a:off x="3813075" y="2588467"/>
          <a:ext cx="28894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Solución: Un sistema informático que utiliza algoritmos de aprendizaje supervisado para clasificar lesiones mamarias como benignas o malignas basándose en parámetros clínico-históricos.</a:t>
          </a:r>
          <a:endParaRPr lang="en-US" sz="1100" kern="1200"/>
        </a:p>
      </dsp:txBody>
      <dsp:txXfrm>
        <a:off x="3813075" y="2588467"/>
        <a:ext cx="2889450" cy="855000"/>
      </dsp:txXfrm>
    </dsp:sp>
    <dsp:sp modelId="{6CFBDD10-5D81-43B9-A39E-37539F73A641}">
      <dsp:nvSpPr>
        <dsp:cNvPr id="0" name=""/>
        <dsp:cNvSpPr/>
      </dsp:nvSpPr>
      <dsp:spPr>
        <a:xfrm>
          <a:off x="8002777" y="907870"/>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B8A363-C6ED-4986-AC0B-B991D4737791}">
      <dsp:nvSpPr>
        <dsp:cNvPr id="0" name=""/>
        <dsp:cNvSpPr/>
      </dsp:nvSpPr>
      <dsp:spPr>
        <a:xfrm>
          <a:off x="7208178" y="2588467"/>
          <a:ext cx="288945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Propuesta de Valor: Aumentar la precisión diagnóstica mediante el análisis automatizado de datos médicos complejos.</a:t>
          </a:r>
          <a:endParaRPr lang="en-US" sz="1100" kern="1200"/>
        </a:p>
      </dsp:txBody>
      <dsp:txXfrm>
        <a:off x="7208178" y="2588467"/>
        <a:ext cx="2889450" cy="85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BB17A2-AC93-4A1D-88F6-C8829E3F384F}">
      <dsp:nvSpPr>
        <dsp:cNvPr id="0" name=""/>
        <dsp:cNvSpPr/>
      </dsp:nvSpPr>
      <dsp:spPr>
        <a:xfrm>
          <a:off x="421804"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6 Ene.</a:t>
          </a:r>
        </a:p>
      </dsp:txBody>
      <dsp:txXfrm>
        <a:off x="421804" y="2336668"/>
        <a:ext cx="3364170" cy="491701"/>
      </dsp:txXfrm>
    </dsp:sp>
    <dsp:sp modelId="{DA03969E-1B94-4724-B031-081FE32812F5}">
      <dsp:nvSpPr>
        <dsp:cNvPr id="0" name=""/>
        <dsp:cNvSpPr/>
      </dsp:nvSpPr>
      <dsp:spPr>
        <a:xfrm>
          <a:off x="0" y="2088642"/>
          <a:ext cx="10515600" cy="17405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F0895F-5A3E-44AC-99D1-A2280D679E3E}">
      <dsp:nvSpPr>
        <dsp:cNvPr id="0" name=""/>
        <dsp:cNvSpPr/>
      </dsp:nvSpPr>
      <dsp:spPr>
        <a:xfrm>
          <a:off x="253596" y="419428"/>
          <a:ext cx="3700587" cy="92948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s-CL" sz="1500" kern="1200" dirty="0"/>
            <a:t>Semana 1 (Análisis): Finalización de requerimientos y EDA (Análisis Exploratorio).</a:t>
          </a:r>
          <a:endParaRPr lang="en-US" sz="1500" kern="1200" dirty="0"/>
        </a:p>
      </dsp:txBody>
      <dsp:txXfrm>
        <a:off x="253596" y="419428"/>
        <a:ext cx="3700587" cy="929486"/>
      </dsp:txXfrm>
    </dsp:sp>
    <dsp:sp modelId="{44AB325C-F56F-4054-856A-4A70A2992750}">
      <dsp:nvSpPr>
        <dsp:cNvPr id="0" name=""/>
        <dsp:cNvSpPr/>
      </dsp:nvSpPr>
      <dsp:spPr>
        <a:xfrm>
          <a:off x="2103890"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CE11E1AA-799C-432F-A83A-5055296C3678}">
      <dsp:nvSpPr>
        <dsp:cNvPr id="0" name=""/>
        <dsp:cNvSpPr/>
      </dsp:nvSpPr>
      <dsp:spPr>
        <a:xfrm>
          <a:off x="2524411"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14 Ene.</a:t>
          </a:r>
        </a:p>
      </dsp:txBody>
      <dsp:txXfrm>
        <a:off x="2524411" y="1522968"/>
        <a:ext cx="3364170" cy="491701"/>
      </dsp:txXfrm>
    </dsp:sp>
    <dsp:sp modelId="{C762AF22-481E-4B6F-B5A3-7EF07EF478AC}">
      <dsp:nvSpPr>
        <dsp:cNvPr id="0" name=""/>
        <dsp:cNvSpPr/>
      </dsp:nvSpPr>
      <dsp:spPr>
        <a:xfrm>
          <a:off x="2356202" y="3002423"/>
          <a:ext cx="3700587" cy="92948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s-CL" sz="1500" kern="1200" dirty="0"/>
            <a:t>Semana 2 (Diseño): Entrenamiento de los 3 modelos (Random Forest, SVM, Regresión Logística).</a:t>
          </a:r>
          <a:endParaRPr lang="en-US" sz="1500" kern="1200" dirty="0"/>
        </a:p>
      </dsp:txBody>
      <dsp:txXfrm>
        <a:off x="2356202" y="3002423"/>
        <a:ext cx="3700587" cy="929486"/>
      </dsp:txXfrm>
    </dsp:sp>
    <dsp:sp modelId="{0284BBB9-E910-46D7-84AB-58509C786D54}">
      <dsp:nvSpPr>
        <dsp:cNvPr id="0" name=""/>
        <dsp:cNvSpPr/>
      </dsp:nvSpPr>
      <dsp:spPr>
        <a:xfrm>
          <a:off x="4206496"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6E20354A-B117-40B6-92D1-EEA9C443CAC7}">
      <dsp:nvSpPr>
        <dsp:cNvPr id="0" name=""/>
        <dsp:cNvSpPr/>
      </dsp:nvSpPr>
      <dsp:spPr>
        <a:xfrm>
          <a:off x="204949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9F995A0-4444-413E-A8F6-9D5FBCEA6EF1}">
      <dsp:nvSpPr>
        <dsp:cNvPr id="0" name=""/>
        <dsp:cNvSpPr/>
      </dsp:nvSpPr>
      <dsp:spPr>
        <a:xfrm>
          <a:off x="4152105"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1E0E8CAF-05BF-4E02-A500-39A4031136C7}">
      <dsp:nvSpPr>
        <dsp:cNvPr id="0" name=""/>
        <dsp:cNvSpPr/>
      </dsp:nvSpPr>
      <dsp:spPr>
        <a:xfrm>
          <a:off x="4627018"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21–27 Ene.</a:t>
          </a:r>
        </a:p>
      </dsp:txBody>
      <dsp:txXfrm>
        <a:off x="4627018" y="2336668"/>
        <a:ext cx="3364170" cy="491701"/>
      </dsp:txXfrm>
    </dsp:sp>
    <dsp:sp modelId="{A7957BD4-1E22-43E4-8687-CB589A5C2FE2}">
      <dsp:nvSpPr>
        <dsp:cNvPr id="0" name=""/>
        <dsp:cNvSpPr/>
      </dsp:nvSpPr>
      <dsp:spPr>
        <a:xfrm>
          <a:off x="4458809" y="419428"/>
          <a:ext cx="3700587" cy="92948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s-CL" sz="1500" kern="1200" dirty="0"/>
            <a:t>Semana 3 (Implementación): Construcción de la interfaz e integración de la IA con Power BI.</a:t>
          </a:r>
          <a:endParaRPr lang="en-US" sz="1500" kern="1200" dirty="0"/>
        </a:p>
      </dsp:txBody>
      <dsp:txXfrm>
        <a:off x="4458809" y="419428"/>
        <a:ext cx="3700587" cy="929486"/>
      </dsp:txXfrm>
    </dsp:sp>
    <dsp:sp modelId="{AD001C9D-6D57-47BF-BE5F-051F760732DE}">
      <dsp:nvSpPr>
        <dsp:cNvPr id="0" name=""/>
        <dsp:cNvSpPr/>
      </dsp:nvSpPr>
      <dsp:spPr>
        <a:xfrm>
          <a:off x="6309103"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BC875206-8B7C-4DE0-8916-9C118FB3A623}">
      <dsp:nvSpPr>
        <dsp:cNvPr id="0" name=""/>
        <dsp:cNvSpPr/>
      </dsp:nvSpPr>
      <dsp:spPr>
        <a:xfrm>
          <a:off x="6729624"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t>28 Ene. – 5 Feb.</a:t>
          </a:r>
        </a:p>
      </dsp:txBody>
      <dsp:txXfrm>
        <a:off x="6729624" y="1522968"/>
        <a:ext cx="3364170" cy="491701"/>
      </dsp:txXfrm>
    </dsp:sp>
    <dsp:sp modelId="{90FDAAE9-A74F-47F1-A2C1-BA14DAA1EB8C}">
      <dsp:nvSpPr>
        <dsp:cNvPr id="0" name=""/>
        <dsp:cNvSpPr/>
      </dsp:nvSpPr>
      <dsp:spPr>
        <a:xfrm>
          <a:off x="6561416" y="3002423"/>
          <a:ext cx="3700587" cy="929486"/>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s-CL" sz="1500" kern="1200" dirty="0"/>
            <a:t>Semana 4 (Pruebas y Cierre): Validación técnica y entrega final ante comité el 5 de febrero.</a:t>
          </a:r>
          <a:endParaRPr lang="en-US" sz="1500" kern="1200" dirty="0"/>
        </a:p>
      </dsp:txBody>
      <dsp:txXfrm>
        <a:off x="6561416" y="3002423"/>
        <a:ext cx="3700587" cy="929486"/>
      </dsp:txXfrm>
    </dsp:sp>
    <dsp:sp modelId="{ABF9AE61-5B36-4E31-BC60-16B30FC7E638}">
      <dsp:nvSpPr>
        <dsp:cNvPr id="0" name=""/>
        <dsp:cNvSpPr/>
      </dsp:nvSpPr>
      <dsp:spPr>
        <a:xfrm>
          <a:off x="8411709"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578B2CCD-657E-418E-967A-35C3CF3A9942}">
      <dsp:nvSpPr>
        <dsp:cNvPr id="0" name=""/>
        <dsp:cNvSpPr/>
      </dsp:nvSpPr>
      <dsp:spPr>
        <a:xfrm>
          <a:off x="6254711"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4A4357D-FEF1-4AA6-A028-43592FD4A32E}">
      <dsp:nvSpPr>
        <dsp:cNvPr id="0" name=""/>
        <dsp:cNvSpPr/>
      </dsp:nvSpPr>
      <dsp:spPr>
        <a:xfrm>
          <a:off x="835731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C26A0-1CFF-4D6F-80A1-4CDAF0E30706}">
      <dsp:nvSpPr>
        <dsp:cNvPr id="0" name=""/>
        <dsp:cNvSpPr/>
      </dsp:nvSpPr>
      <dsp:spPr>
        <a:xfrm>
          <a:off x="1380" y="1140867"/>
          <a:ext cx="2069603" cy="206960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CL" sz="1000" b="1" kern="1200"/>
            <a:t>Contexto del Negocio: </a:t>
          </a:r>
          <a:r>
            <a:rPr lang="es-CL" sz="1000" kern="1200"/>
            <a:t>Diseñado para su integración en Departamentos de Radiología y Oncología (Red de Salud Pública/Privada) como herramienta de soporte a la decisión clínica.</a:t>
          </a:r>
          <a:endParaRPr lang="en-US" sz="1000" kern="1200"/>
        </a:p>
      </dsp:txBody>
      <dsp:txXfrm>
        <a:off x="304466" y="1443953"/>
        <a:ext cx="1463431" cy="1463431"/>
      </dsp:txXfrm>
    </dsp:sp>
    <dsp:sp modelId="{4E4049EA-4B2F-4E2A-92E3-12693481E294}">
      <dsp:nvSpPr>
        <dsp:cNvPr id="0" name=""/>
        <dsp:cNvSpPr/>
      </dsp:nvSpPr>
      <dsp:spPr>
        <a:xfrm>
          <a:off x="1909536" y="848404"/>
          <a:ext cx="1289534" cy="6984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909536" y="988102"/>
        <a:ext cx="1079987" cy="419095"/>
      </dsp:txXfrm>
    </dsp:sp>
    <dsp:sp modelId="{92DA2960-8485-4C05-9486-7123F92CA623}">
      <dsp:nvSpPr>
        <dsp:cNvPr id="0" name=""/>
        <dsp:cNvSpPr/>
      </dsp:nvSpPr>
      <dsp:spPr>
        <a:xfrm>
          <a:off x="3110615" y="1140867"/>
          <a:ext cx="2069603" cy="206960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s-CL" sz="1000" b="1" kern="1200"/>
            <a:t>Justificación de la Data: </a:t>
          </a:r>
          <a:r>
            <a:rPr lang="es-CL" sz="1000" kern="1200"/>
            <a:t>Uso del Dataset Wisconsin Breast Cancer (estándar de la industria) proveniente de biopsias reales, garantizando la fidelidad técnica para el entrenamiento de algoritmos supervisados.</a:t>
          </a:r>
          <a:endParaRPr lang="en-US" sz="1000" kern="1200"/>
        </a:p>
      </dsp:txBody>
      <dsp:txXfrm>
        <a:off x="3413701" y="1443953"/>
        <a:ext cx="1463431" cy="1463431"/>
      </dsp:txXfrm>
    </dsp:sp>
    <dsp:sp modelId="{FD9672A6-F7F8-47EC-A29E-FE27E7905BA9}">
      <dsp:nvSpPr>
        <dsp:cNvPr id="0" name=""/>
        <dsp:cNvSpPr/>
      </dsp:nvSpPr>
      <dsp:spPr>
        <a:xfrm rot="10800000">
          <a:off x="1982529" y="2804441"/>
          <a:ext cx="1289534" cy="69849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192076" y="2944139"/>
        <a:ext cx="1079987" cy="4190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847739-018B-42C2-9568-428D4D557DE7}">
      <dsp:nvSpPr>
        <dsp:cNvPr id="0" name=""/>
        <dsp:cNvSpPr/>
      </dsp:nvSpPr>
      <dsp:spPr>
        <a:xfrm>
          <a:off x="788484" y="951263"/>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8EEABC-D9B2-43E7-B639-55F9B9EA5531}">
      <dsp:nvSpPr>
        <dsp:cNvPr id="0" name=""/>
        <dsp:cNvSpPr/>
      </dsp:nvSpPr>
      <dsp:spPr>
        <a:xfrm>
          <a:off x="4219" y="1894338"/>
          <a:ext cx="2413125" cy="441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s-CL" sz="1400" kern="1200"/>
            <a:t>Entrenamiento y Modelado (Google Colab):</a:t>
          </a:r>
          <a:endParaRPr lang="en-US" sz="1400" kern="1200"/>
        </a:p>
      </dsp:txBody>
      <dsp:txXfrm>
        <a:off x="4219" y="1894338"/>
        <a:ext cx="2413125" cy="441149"/>
      </dsp:txXfrm>
    </dsp:sp>
    <dsp:sp modelId="{1074ABAB-1F04-46AD-9AA5-29400F947ADE}">
      <dsp:nvSpPr>
        <dsp:cNvPr id="0" name=""/>
        <dsp:cNvSpPr/>
      </dsp:nvSpPr>
      <dsp:spPr>
        <a:xfrm>
          <a:off x="4219" y="2381293"/>
          <a:ext cx="2413125" cy="860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Uso de Google Colab como entorno de alto rendimiento en la nube para el entrenamiento de los algoritmos de Machine Learning (Python: Scikit-learn, Pandas, NumPy).</a:t>
          </a:r>
          <a:endParaRPr lang="en-US" sz="1100" kern="1200"/>
        </a:p>
      </dsp:txBody>
      <dsp:txXfrm>
        <a:off x="4219" y="2381293"/>
        <a:ext cx="2413125" cy="860248"/>
      </dsp:txXfrm>
    </dsp:sp>
    <dsp:sp modelId="{3A12D28B-286B-42A1-8A43-9343CFE5E192}">
      <dsp:nvSpPr>
        <dsp:cNvPr id="0" name=""/>
        <dsp:cNvSpPr/>
      </dsp:nvSpPr>
      <dsp:spPr>
        <a:xfrm>
          <a:off x="3623906" y="951263"/>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3B491A-5092-4D72-9596-BC1DF5A2B6ED}">
      <dsp:nvSpPr>
        <dsp:cNvPr id="0" name=""/>
        <dsp:cNvSpPr/>
      </dsp:nvSpPr>
      <dsp:spPr>
        <a:xfrm>
          <a:off x="2839641" y="1894338"/>
          <a:ext cx="2413125" cy="441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s-CL" sz="1400" kern="1200"/>
            <a:t>Desarrollo e Integración (VS Code):</a:t>
          </a:r>
          <a:endParaRPr lang="en-US" sz="1400" kern="1200"/>
        </a:p>
      </dsp:txBody>
      <dsp:txXfrm>
        <a:off x="2839641" y="1894338"/>
        <a:ext cx="2413125" cy="441149"/>
      </dsp:txXfrm>
    </dsp:sp>
    <dsp:sp modelId="{D90E42EF-2EA3-4209-8E36-CC3A073FE5DF}">
      <dsp:nvSpPr>
        <dsp:cNvPr id="0" name=""/>
        <dsp:cNvSpPr/>
      </dsp:nvSpPr>
      <dsp:spPr>
        <a:xfrm>
          <a:off x="2839641" y="2381293"/>
          <a:ext cx="2413125" cy="860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Entorno de desarrollo local para la construcción de la lógica del sistema y el diseño de la interfaz de usuario, asegurando la modularidad del código.</a:t>
          </a:r>
          <a:endParaRPr lang="en-US" sz="1100" kern="1200"/>
        </a:p>
      </dsp:txBody>
      <dsp:txXfrm>
        <a:off x="2839641" y="2381293"/>
        <a:ext cx="2413125" cy="860248"/>
      </dsp:txXfrm>
    </dsp:sp>
    <dsp:sp modelId="{2805AB74-183C-4ED8-ACD6-4EB5007512E3}">
      <dsp:nvSpPr>
        <dsp:cNvPr id="0" name=""/>
        <dsp:cNvSpPr/>
      </dsp:nvSpPr>
      <dsp:spPr>
        <a:xfrm>
          <a:off x="6459328" y="951263"/>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C58F8D-742E-4225-8108-645106B23BFB}">
      <dsp:nvSpPr>
        <dsp:cNvPr id="0" name=""/>
        <dsp:cNvSpPr/>
      </dsp:nvSpPr>
      <dsp:spPr>
        <a:xfrm>
          <a:off x="5675062" y="1894338"/>
          <a:ext cx="2413125" cy="441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s-CL" sz="1400" kern="1200"/>
            <a:t>Control de Calidad (Métricas QA):</a:t>
          </a:r>
          <a:endParaRPr lang="en-US" sz="1400" kern="1200"/>
        </a:p>
      </dsp:txBody>
      <dsp:txXfrm>
        <a:off x="5675062" y="1894338"/>
        <a:ext cx="2413125" cy="441149"/>
      </dsp:txXfrm>
    </dsp:sp>
    <dsp:sp modelId="{3D39E6F6-5A20-48B9-9D58-77147C1BBEE1}">
      <dsp:nvSpPr>
        <dsp:cNvPr id="0" name=""/>
        <dsp:cNvSpPr/>
      </dsp:nvSpPr>
      <dsp:spPr>
        <a:xfrm>
          <a:off x="5675062" y="2381293"/>
          <a:ext cx="2413125" cy="860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Validación técnica mediante Matrices de Confusión, priorizando la métrica de Sensibilidad (Recall) para certificar la efectividad del sistema en la detección de casos malignos.</a:t>
          </a:r>
          <a:endParaRPr lang="en-US" sz="1100" kern="1200"/>
        </a:p>
      </dsp:txBody>
      <dsp:txXfrm>
        <a:off x="5675062" y="2381293"/>
        <a:ext cx="2413125" cy="860248"/>
      </dsp:txXfrm>
    </dsp:sp>
    <dsp:sp modelId="{99352A54-AAB4-4EAD-93DB-29413398F3EF}">
      <dsp:nvSpPr>
        <dsp:cNvPr id="0" name=""/>
        <dsp:cNvSpPr/>
      </dsp:nvSpPr>
      <dsp:spPr>
        <a:xfrm>
          <a:off x="9294750" y="951263"/>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339101-9AC9-4237-BED3-966F02D20512}">
      <dsp:nvSpPr>
        <dsp:cNvPr id="0" name=""/>
        <dsp:cNvSpPr/>
      </dsp:nvSpPr>
      <dsp:spPr>
        <a:xfrm>
          <a:off x="8510484" y="1894338"/>
          <a:ext cx="2413125" cy="4411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s-CL" sz="1400" kern="1200"/>
            <a:t>Monitoreo y Resultados (Power BI):</a:t>
          </a:r>
          <a:endParaRPr lang="en-US" sz="1400" kern="1200"/>
        </a:p>
      </dsp:txBody>
      <dsp:txXfrm>
        <a:off x="8510484" y="1894338"/>
        <a:ext cx="2413125" cy="441149"/>
      </dsp:txXfrm>
    </dsp:sp>
    <dsp:sp modelId="{D428519A-5FE4-4FA1-8FDD-F990219A7ABE}">
      <dsp:nvSpPr>
        <dsp:cNvPr id="0" name=""/>
        <dsp:cNvSpPr/>
      </dsp:nvSpPr>
      <dsp:spPr>
        <a:xfrm>
          <a:off x="8510484" y="2381293"/>
          <a:ext cx="2413125" cy="860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s-CL" sz="1100" kern="1200"/>
            <a:t>Implementación de un Dashboard técnico en Power BI para la visualización de indicadores de rendimiento y resultados finales del diagnóstico.</a:t>
          </a:r>
          <a:endParaRPr lang="en-US" sz="1100" kern="1200"/>
        </a:p>
      </dsp:txBody>
      <dsp:txXfrm>
        <a:off x="8510484" y="2381293"/>
        <a:ext cx="2413125" cy="86024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666681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6609035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7F45AC6-C491-4585-A584-9CE2AF7D5500}" type="datetime1">
              <a:rPr lang="en-US" smtClean="0"/>
              <a:t>1/15/2026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0078110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7F45AC6-C491-4585-A584-9CE2AF7D5500}" type="datetime1">
              <a:rPr lang="en-US" smtClean="0"/>
              <a:t>1/15/2026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2414677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7F45AC6-C491-4585-A584-9CE2AF7D5500}" type="datetime1">
              <a:rPr lang="en-US" smtClean="0"/>
              <a:t>1/15/2026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79533963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7F45AC6-C491-4585-A584-9CE2AF7D5500}" type="datetime1">
              <a:rPr lang="en-US" smtClean="0"/>
              <a:t>1/15/2026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40766465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45AC6-C491-4585-A584-9CE2AF7D5500}" type="datetime1">
              <a:rPr lang="en-US" smtClean="0"/>
              <a:t>1/15/2026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88559604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7F45AC6-C491-4585-A584-9CE2AF7D5500}" type="datetime1">
              <a:rPr lang="en-US" smtClean="0"/>
              <a:t>1/15/2026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936756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7F45AC6-C491-4585-A584-9CE2AF7D5500}" type="datetime1">
              <a:rPr lang="en-US" smtClean="0"/>
              <a:t>1/15/2026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7157180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1803989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7F45AC6-C491-4585-A584-9CE2AF7D5500}" type="datetime1">
              <a:rPr lang="en-US" smtClean="0"/>
              <a:t>1/15/2026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9550880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F45AC6-C491-4585-A584-9CE2AF7D5500}" type="datetime1">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1491040197"/>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3">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3">
            <a:extLst>
              <a:ext uri="{FF2B5EF4-FFF2-40B4-BE49-F238E27FC236}">
                <a16:creationId xmlns:a16="http://schemas.microsoft.com/office/drawing/2014/main" id="{EF96AAD8-4D01-4991-C6AE-D67508B7EF13}"/>
              </a:ext>
            </a:extLst>
          </p:cNvPr>
          <p:cNvPicPr>
            <a:picLocks noChangeAspect="1"/>
          </p:cNvPicPr>
          <p:nvPr/>
        </p:nvPicPr>
        <p:blipFill>
          <a:blip r:embed="rId2"/>
          <a:srcRect t="22296" r="9089" b="5781"/>
          <a:stretch>
            <a:fillRect/>
          </a:stretch>
        </p:blipFill>
        <p:spPr>
          <a:xfrm>
            <a:off x="3523488" y="10"/>
            <a:ext cx="8668512" cy="6857990"/>
          </a:xfrm>
          <a:prstGeom prst="rect">
            <a:avLst/>
          </a:prstGeom>
        </p:spPr>
      </p:pic>
      <p:sp>
        <p:nvSpPr>
          <p:cNvPr id="36" name="Rectangle 35">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585469CD-BB03-6A06-63A5-17C67C5FA41F}"/>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3000" b="1" dirty="0"/>
              <a:t>Sistema de </a:t>
            </a:r>
            <a:r>
              <a:rPr lang="en-US" sz="3000" b="1" dirty="0" err="1"/>
              <a:t>Apoyo</a:t>
            </a:r>
            <a:r>
              <a:rPr lang="en-US" sz="3000" b="1" dirty="0"/>
              <a:t> al </a:t>
            </a:r>
            <a:r>
              <a:rPr lang="en-US" sz="3000" b="1" dirty="0" err="1"/>
              <a:t>Diagnóstico</a:t>
            </a:r>
            <a:r>
              <a:rPr lang="en-US" sz="3000" b="1" dirty="0"/>
              <a:t> Temprano de </a:t>
            </a:r>
            <a:r>
              <a:rPr lang="en-US" sz="3000" b="1" dirty="0" err="1"/>
              <a:t>Cáncer</a:t>
            </a:r>
            <a:r>
              <a:rPr lang="en-US" sz="3000" b="1" dirty="0"/>
              <a:t> de Mama </a:t>
            </a:r>
            <a:r>
              <a:rPr lang="en-US" sz="3000" b="1" dirty="0" err="1"/>
              <a:t>mediante</a:t>
            </a:r>
            <a:r>
              <a:rPr lang="en-US" sz="3000" b="1" dirty="0"/>
              <a:t> </a:t>
            </a:r>
            <a:r>
              <a:rPr lang="en-US" sz="3000" b="1" dirty="0" err="1"/>
              <a:t>Modelos</a:t>
            </a:r>
            <a:r>
              <a:rPr lang="en-US" sz="3000" b="1" dirty="0"/>
              <a:t> </a:t>
            </a:r>
            <a:r>
              <a:rPr lang="en-US" sz="3000" b="1" dirty="0" err="1"/>
              <a:t>Predictivos</a:t>
            </a:r>
            <a:r>
              <a:rPr lang="en-US" sz="3000" b="1" dirty="0"/>
              <a:t> de Machine Learning.</a:t>
            </a:r>
          </a:p>
        </p:txBody>
      </p:sp>
      <p:sp>
        <p:nvSpPr>
          <p:cNvPr id="3" name="Subtítulo 2">
            <a:extLst>
              <a:ext uri="{FF2B5EF4-FFF2-40B4-BE49-F238E27FC236}">
                <a16:creationId xmlns:a16="http://schemas.microsoft.com/office/drawing/2014/main" id="{FF333E37-C28F-CF7E-3288-98DB6DE73E1A}"/>
              </a:ext>
            </a:extLst>
          </p:cNvPr>
          <p:cNvSpPr>
            <a:spLocks noGrp="1"/>
          </p:cNvSpPr>
          <p:nvPr>
            <p:ph type="subTitle" idx="1"/>
          </p:nvPr>
        </p:nvSpPr>
        <p:spPr>
          <a:xfrm>
            <a:off x="477980" y="4872922"/>
            <a:ext cx="4023359" cy="1208141"/>
          </a:xfrm>
        </p:spPr>
        <p:txBody>
          <a:bodyPr vert="horz" lIns="91440" tIns="45720" rIns="91440" bIns="45720" rtlCol="0">
            <a:normAutofit/>
          </a:bodyPr>
          <a:lstStyle/>
          <a:p>
            <a:pPr indent="-228600" algn="l">
              <a:buFont typeface="Arial" panose="020B0604020202020204" pitchFamily="34" charset="0"/>
              <a:buChar char="•"/>
            </a:pPr>
            <a:r>
              <a:rPr lang="en-US" sz="1300"/>
              <a:t>Karla Acuña Bravo.</a:t>
            </a:r>
          </a:p>
          <a:p>
            <a:pPr indent="-228600" algn="l">
              <a:buFont typeface="Arial" panose="020B0604020202020204" pitchFamily="34" charset="0"/>
              <a:buChar char="•"/>
            </a:pPr>
            <a:r>
              <a:rPr lang="en-US" sz="1300"/>
              <a:t>Ingeniería en Informática</a:t>
            </a:r>
          </a:p>
          <a:p>
            <a:pPr indent="-228600" algn="l">
              <a:buFont typeface="Arial" panose="020B0604020202020204" pitchFamily="34" charset="0"/>
              <a:buChar char="•"/>
            </a:pPr>
            <a:r>
              <a:rPr lang="en-US" sz="1300"/>
              <a:t>Capstone – TAV 2026</a:t>
            </a:r>
          </a:p>
          <a:p>
            <a:pPr indent="-228600" algn="l">
              <a:buFont typeface="Arial" panose="020B0604020202020204" pitchFamily="34" charset="0"/>
              <a:buChar char="•"/>
            </a:pPr>
            <a:r>
              <a:rPr lang="en-US" sz="1300"/>
              <a:t>Duoc UC</a:t>
            </a:r>
          </a:p>
        </p:txBody>
      </p:sp>
      <p:sp>
        <p:nvSpPr>
          <p:cNvPr id="38" name="Rectangle 3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0" name="Rectangle 3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1026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ítulo 1">
            <a:extLst>
              <a:ext uri="{FF2B5EF4-FFF2-40B4-BE49-F238E27FC236}">
                <a16:creationId xmlns:a16="http://schemas.microsoft.com/office/drawing/2014/main" id="{48CB573D-9E76-EADE-6806-E19F8A9C25FE}"/>
              </a:ext>
            </a:extLst>
          </p:cNvPr>
          <p:cNvSpPr>
            <a:spLocks noGrp="1"/>
          </p:cNvSpPr>
          <p:nvPr>
            <p:ph type="title"/>
          </p:nvPr>
        </p:nvSpPr>
        <p:spPr>
          <a:xfrm>
            <a:off x="640080" y="1243013"/>
            <a:ext cx="3855720" cy="4371974"/>
          </a:xfrm>
        </p:spPr>
        <p:txBody>
          <a:bodyPr>
            <a:normAutofit/>
          </a:bodyPr>
          <a:lstStyle/>
          <a:p>
            <a:r>
              <a:rPr lang="es-CL" sz="3600">
                <a:solidFill>
                  <a:schemeClr val="tx2"/>
                </a:solidFill>
              </a:rPr>
              <a:t>Contexto</a:t>
            </a:r>
          </a:p>
        </p:txBody>
      </p:sp>
      <p:sp>
        <p:nvSpPr>
          <p:cNvPr id="3" name="Marcador de contenido 2">
            <a:extLst>
              <a:ext uri="{FF2B5EF4-FFF2-40B4-BE49-F238E27FC236}">
                <a16:creationId xmlns:a16="http://schemas.microsoft.com/office/drawing/2014/main" id="{6EA430A9-7A3A-D101-87A3-74EBB3ADE3F2}"/>
              </a:ext>
            </a:extLst>
          </p:cNvPr>
          <p:cNvSpPr>
            <a:spLocks noGrp="1"/>
          </p:cNvSpPr>
          <p:nvPr>
            <p:ph idx="1"/>
          </p:nvPr>
        </p:nvSpPr>
        <p:spPr>
          <a:xfrm>
            <a:off x="6172200" y="804672"/>
            <a:ext cx="5221224" cy="5230368"/>
          </a:xfrm>
        </p:spPr>
        <p:txBody>
          <a:bodyPr anchor="ctr">
            <a:normAutofit/>
          </a:bodyPr>
          <a:lstStyle/>
          <a:p>
            <a:r>
              <a:rPr lang="es-CL" sz="1800" b="1" dirty="0">
                <a:solidFill>
                  <a:schemeClr val="tx2"/>
                </a:solidFill>
              </a:rPr>
              <a:t>Realidad Nacional:</a:t>
            </a:r>
            <a:r>
              <a:rPr lang="es-CL" sz="1800" dirty="0">
                <a:solidFill>
                  <a:schemeClr val="tx2"/>
                </a:solidFill>
              </a:rPr>
              <a:t> El cáncer de mama es la primera causa de muerte por cáncer en mujeres en Chile.</a:t>
            </a:r>
          </a:p>
          <a:p>
            <a:r>
              <a:rPr lang="es-CL" sz="1800" b="1" dirty="0">
                <a:solidFill>
                  <a:schemeClr val="tx2"/>
                </a:solidFill>
              </a:rPr>
              <a:t>Oportunidad:</a:t>
            </a:r>
            <a:r>
              <a:rPr lang="es-CL" sz="1800" dirty="0">
                <a:solidFill>
                  <a:schemeClr val="tx2"/>
                </a:solidFill>
              </a:rPr>
              <a:t> El diagnóstico tardío reduce drásticamente las tasas de supervivencia, haciendo necesaria la integración de herramientas de salud digital.</a:t>
            </a:r>
          </a:p>
          <a:p>
            <a:r>
              <a:rPr lang="es-CL" sz="1800" b="1" dirty="0">
                <a:solidFill>
                  <a:schemeClr val="tx2"/>
                </a:solidFill>
              </a:rPr>
              <a:t>Alineación Profesional: </a:t>
            </a:r>
            <a:r>
              <a:rPr lang="es-CL" sz="1800" dirty="0">
                <a:solidFill>
                  <a:schemeClr val="tx2"/>
                </a:solidFill>
              </a:rPr>
              <a:t>Interés en el ciclo de vida del dato y su transformación en información predictiva con impacto social real.</a:t>
            </a:r>
          </a:p>
        </p:txBody>
      </p:sp>
    </p:spTree>
    <p:extLst>
      <p:ext uri="{BB962C8B-B14F-4D97-AF65-F5344CB8AC3E}">
        <p14:creationId xmlns:p14="http://schemas.microsoft.com/office/powerpoint/2010/main" val="2304436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575B70-183D-A87E-E700-E34DED907D24}"/>
              </a:ext>
            </a:extLst>
          </p:cNvPr>
          <p:cNvSpPr>
            <a:spLocks noGrp="1"/>
          </p:cNvSpPr>
          <p:nvPr>
            <p:ph type="title"/>
          </p:nvPr>
        </p:nvSpPr>
        <p:spPr/>
        <p:txBody>
          <a:bodyPr/>
          <a:lstStyle/>
          <a:p>
            <a:r>
              <a:rPr lang="es-CL" dirty="0"/>
              <a:t>Problema - Solución</a:t>
            </a:r>
          </a:p>
        </p:txBody>
      </p:sp>
      <p:graphicFrame>
        <p:nvGraphicFramePr>
          <p:cNvPr id="7" name="Marcador de contenido 2">
            <a:extLst>
              <a:ext uri="{FF2B5EF4-FFF2-40B4-BE49-F238E27FC236}">
                <a16:creationId xmlns:a16="http://schemas.microsoft.com/office/drawing/2014/main" id="{FBE75FB8-C5E5-3F27-4438-584B6F7B487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565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5D06786-2E62-9945-E324-541C3567926B}"/>
              </a:ext>
            </a:extLst>
          </p:cNvPr>
          <p:cNvSpPr>
            <a:spLocks noGrp="1"/>
          </p:cNvSpPr>
          <p:nvPr>
            <p:ph type="title"/>
          </p:nvPr>
        </p:nvSpPr>
        <p:spPr>
          <a:xfrm>
            <a:off x="804672" y="802955"/>
            <a:ext cx="4766330" cy="1454051"/>
          </a:xfrm>
        </p:spPr>
        <p:txBody>
          <a:bodyPr>
            <a:normAutofit/>
          </a:bodyPr>
          <a:lstStyle/>
          <a:p>
            <a:r>
              <a:rPr lang="es-CL" sz="3600">
                <a:solidFill>
                  <a:schemeClr val="tx2"/>
                </a:solidFill>
              </a:rPr>
              <a:t>Público Objetivo</a:t>
            </a:r>
          </a:p>
        </p:txBody>
      </p:sp>
      <p:sp>
        <p:nvSpPr>
          <p:cNvPr id="22" name="Marcador de contenido 2">
            <a:extLst>
              <a:ext uri="{FF2B5EF4-FFF2-40B4-BE49-F238E27FC236}">
                <a16:creationId xmlns:a16="http://schemas.microsoft.com/office/drawing/2014/main" id="{C2D0E856-3E21-1ADE-C6DA-95843456E9F5}"/>
              </a:ext>
            </a:extLst>
          </p:cNvPr>
          <p:cNvSpPr>
            <a:spLocks noGrp="1"/>
          </p:cNvSpPr>
          <p:nvPr>
            <p:ph idx="1"/>
          </p:nvPr>
        </p:nvSpPr>
        <p:spPr>
          <a:xfrm>
            <a:off x="804672" y="2421683"/>
            <a:ext cx="4765949" cy="3353476"/>
          </a:xfrm>
        </p:spPr>
        <p:txBody>
          <a:bodyPr anchor="t">
            <a:normAutofit/>
          </a:bodyPr>
          <a:lstStyle/>
          <a:p>
            <a:r>
              <a:rPr lang="es-CL" sz="1800" b="1" dirty="0">
                <a:solidFill>
                  <a:schemeClr val="tx2"/>
                </a:solidFill>
              </a:rPr>
              <a:t>Usuarios Principales:</a:t>
            </a:r>
            <a:r>
              <a:rPr lang="es-CL" sz="1800" dirty="0">
                <a:solidFill>
                  <a:schemeClr val="tx2"/>
                </a:solidFill>
              </a:rPr>
              <a:t> Personal médico especializado, como radiólogos y oncólogos, que requieren apoyo en la etapa de tamizaje.</a:t>
            </a:r>
          </a:p>
          <a:p>
            <a:r>
              <a:rPr lang="es-CL" sz="1800" b="1" dirty="0">
                <a:solidFill>
                  <a:schemeClr val="tx2"/>
                </a:solidFill>
              </a:rPr>
              <a:t>Usuarios Finales: </a:t>
            </a:r>
            <a:r>
              <a:rPr lang="es-CL" sz="1800" dirty="0">
                <a:solidFill>
                  <a:schemeClr val="tx2"/>
                </a:solidFill>
              </a:rPr>
              <a:t>Personal de salud no informático que interactuará con una interfaz amigable para obtener predicciones en tiempo real.</a:t>
            </a:r>
          </a:p>
          <a:p>
            <a:r>
              <a:rPr lang="es-CL" sz="1800" b="1" dirty="0">
                <a:solidFill>
                  <a:schemeClr val="tx2"/>
                </a:solidFill>
              </a:rPr>
              <a:t>Beneficiarios:</a:t>
            </a:r>
            <a:r>
              <a:rPr lang="es-CL" sz="1800" dirty="0">
                <a:solidFill>
                  <a:schemeClr val="tx2"/>
                </a:solidFill>
              </a:rPr>
              <a:t> Pacientes en procesos de diagnóstico preventivo a nivel nacional.</a:t>
            </a:r>
          </a:p>
        </p:txBody>
      </p:sp>
      <p:grpSp>
        <p:nvGrpSpPr>
          <p:cNvPr id="32" name="Group 31">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33" name="Freeform: Shape 32">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Estetoscopio">
            <a:extLst>
              <a:ext uri="{FF2B5EF4-FFF2-40B4-BE49-F238E27FC236}">
                <a16:creationId xmlns:a16="http://schemas.microsoft.com/office/drawing/2014/main" id="{96452A88-5AF6-FB6B-4B4F-E974BFC862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4031747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3">
            <a:extLst>
              <a:ext uri="{FF2B5EF4-FFF2-40B4-BE49-F238E27FC236}">
                <a16:creationId xmlns:a16="http://schemas.microsoft.com/office/drawing/2014/main" id="{518236A0-BD92-9107-24EA-51BBC731EE62}"/>
              </a:ext>
            </a:extLst>
          </p:cNvPr>
          <p:cNvSpPr>
            <a:spLocks noGrp="1"/>
          </p:cNvSpPr>
          <p:nvPr>
            <p:ph type="title"/>
          </p:nvPr>
        </p:nvSpPr>
        <p:spPr>
          <a:xfrm>
            <a:off x="838200" y="963507"/>
            <a:ext cx="3494362" cy="4930986"/>
          </a:xfrm>
        </p:spPr>
        <p:txBody>
          <a:bodyPr>
            <a:normAutofit/>
          </a:bodyPr>
          <a:lstStyle/>
          <a:p>
            <a:pPr algn="r"/>
            <a:r>
              <a:rPr lang="es-CL" dirty="0">
                <a:solidFill>
                  <a:schemeClr val="accent1"/>
                </a:solidFill>
              </a:rPr>
              <a:t>Objetivos General y Específicos</a:t>
            </a:r>
          </a:p>
        </p:txBody>
      </p:sp>
      <p:cxnSp>
        <p:nvCxnSpPr>
          <p:cNvPr id="13" name="Straight Connector 12">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 name="Marcador de contenido 4">
            <a:extLst>
              <a:ext uri="{FF2B5EF4-FFF2-40B4-BE49-F238E27FC236}">
                <a16:creationId xmlns:a16="http://schemas.microsoft.com/office/drawing/2014/main" id="{8DCFBE6C-4F55-198A-7B2B-8DC6481545B1}"/>
              </a:ext>
            </a:extLst>
          </p:cNvPr>
          <p:cNvSpPr>
            <a:spLocks noGrp="1"/>
          </p:cNvSpPr>
          <p:nvPr>
            <p:ph sz="half" idx="1"/>
          </p:nvPr>
        </p:nvSpPr>
        <p:spPr>
          <a:xfrm>
            <a:off x="4976030" y="963507"/>
            <a:ext cx="6250940" cy="2304627"/>
          </a:xfrm>
        </p:spPr>
        <p:txBody>
          <a:bodyPr anchor="b">
            <a:normAutofit/>
          </a:bodyPr>
          <a:lstStyle/>
          <a:p>
            <a:pPr marL="0" indent="0">
              <a:buNone/>
            </a:pPr>
            <a:r>
              <a:rPr lang="es-CL" sz="2000" b="1" dirty="0"/>
              <a:t>Objetivo General</a:t>
            </a:r>
          </a:p>
          <a:p>
            <a:pPr marL="0" indent="0">
              <a:buNone/>
            </a:pPr>
            <a:r>
              <a:rPr lang="es-CL" sz="2000" dirty="0"/>
              <a:t>Implementar un sistema de apoyo al diagnóstico temprano de cáncer de mama mediante Machine Learning para predecir malignidad de lesiones.</a:t>
            </a:r>
          </a:p>
        </p:txBody>
      </p:sp>
      <p:sp>
        <p:nvSpPr>
          <p:cNvPr id="6" name="Marcador de contenido 5">
            <a:extLst>
              <a:ext uri="{FF2B5EF4-FFF2-40B4-BE49-F238E27FC236}">
                <a16:creationId xmlns:a16="http://schemas.microsoft.com/office/drawing/2014/main" id="{A8D6C974-0C25-67B1-EEE7-CA7EF4FFB1E9}"/>
              </a:ext>
            </a:extLst>
          </p:cNvPr>
          <p:cNvSpPr>
            <a:spLocks noGrp="1"/>
          </p:cNvSpPr>
          <p:nvPr>
            <p:ph sz="half" idx="2"/>
          </p:nvPr>
        </p:nvSpPr>
        <p:spPr>
          <a:xfrm>
            <a:off x="4976030" y="3589866"/>
            <a:ext cx="6250940" cy="2304628"/>
          </a:xfrm>
        </p:spPr>
        <p:txBody>
          <a:bodyPr>
            <a:normAutofit/>
          </a:bodyPr>
          <a:lstStyle/>
          <a:p>
            <a:pPr marL="0" indent="0">
              <a:buNone/>
            </a:pPr>
            <a:r>
              <a:rPr lang="es-CL" sz="1300" b="1" dirty="0"/>
              <a:t>Objetivos Específicos</a:t>
            </a:r>
          </a:p>
          <a:p>
            <a:pPr marL="514350" indent="-514350">
              <a:buFont typeface="+mj-lt"/>
              <a:buAutoNum type="arabicPeriod"/>
            </a:pPr>
            <a:r>
              <a:rPr lang="es-CL" sz="1300" dirty="0"/>
              <a:t>Analizar y preprocesar el conjunto de datos históricos (limpieza y normalización).</a:t>
            </a:r>
          </a:p>
          <a:p>
            <a:pPr marL="514350" indent="-514350">
              <a:buFont typeface="+mj-lt"/>
              <a:buAutoNum type="arabicPeriod"/>
            </a:pPr>
            <a:r>
              <a:rPr lang="es-CL" sz="1300" dirty="0"/>
              <a:t>Evaluar y seleccionar el algoritmo con mayor rendimiento entre Random Forest, SVM y Regresión Logística.</a:t>
            </a:r>
          </a:p>
          <a:p>
            <a:pPr marL="514350" indent="-514350">
              <a:buFont typeface="+mj-lt"/>
              <a:buAutoNum type="arabicPeriod"/>
            </a:pPr>
            <a:r>
              <a:rPr lang="es-CL" sz="1300" dirty="0"/>
              <a:t>Desarrollar una interfaz de usuario funcional para el ingreso de datos y obtención de resultados.</a:t>
            </a:r>
          </a:p>
          <a:p>
            <a:pPr marL="514350" indent="-514350">
              <a:buFont typeface="+mj-lt"/>
              <a:buAutoNum type="arabicPeriod"/>
            </a:pPr>
            <a:r>
              <a:rPr lang="es-CL" sz="1300" dirty="0"/>
              <a:t>Validar la solución mediante un plan de pruebas que asegure usabilidad y precisión.</a:t>
            </a:r>
          </a:p>
        </p:txBody>
      </p:sp>
    </p:spTree>
    <p:extLst>
      <p:ext uri="{BB962C8B-B14F-4D97-AF65-F5344CB8AC3E}">
        <p14:creationId xmlns:p14="http://schemas.microsoft.com/office/powerpoint/2010/main" val="149461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0B9942-0444-C842-DAE0-59849A141BE2}"/>
              </a:ext>
            </a:extLst>
          </p:cNvPr>
          <p:cNvSpPr>
            <a:spLocks noGrp="1"/>
          </p:cNvSpPr>
          <p:nvPr>
            <p:ph type="title"/>
          </p:nvPr>
        </p:nvSpPr>
        <p:spPr>
          <a:xfrm>
            <a:off x="1901162" y="3050434"/>
            <a:ext cx="3722933" cy="757130"/>
          </a:xfrm>
          <a:ln w="25400" cap="sq">
            <a:solidFill>
              <a:srgbClr val="FFFFFF"/>
            </a:solidFill>
            <a:miter lim="800000"/>
          </a:ln>
        </p:spPr>
        <p:txBody>
          <a:bodyPr wrap="square">
            <a:normAutofit/>
          </a:bodyPr>
          <a:lstStyle/>
          <a:p>
            <a:pPr algn="ctr"/>
            <a:r>
              <a:rPr lang="es-CL" sz="2400">
                <a:solidFill>
                  <a:srgbClr val="FFFFFF"/>
                </a:solidFill>
              </a:rPr>
              <a:t>Metodología de Ingeniería (Modelo Cascada)</a:t>
            </a:r>
          </a:p>
        </p:txBody>
      </p:sp>
      <p:sp>
        <p:nvSpPr>
          <p:cNvPr id="13"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arcador de contenido 2">
            <a:extLst>
              <a:ext uri="{FF2B5EF4-FFF2-40B4-BE49-F238E27FC236}">
                <a16:creationId xmlns:a16="http://schemas.microsoft.com/office/drawing/2014/main" id="{7ABBAE1C-C475-7D05-D102-98774941C98F}"/>
              </a:ext>
            </a:extLst>
          </p:cNvPr>
          <p:cNvSpPr>
            <a:spLocks noGrp="1"/>
          </p:cNvSpPr>
          <p:nvPr>
            <p:ph sz="half" idx="1"/>
          </p:nvPr>
        </p:nvSpPr>
        <p:spPr>
          <a:xfrm>
            <a:off x="6574536" y="640080"/>
            <a:ext cx="5053066" cy="2546604"/>
          </a:xfrm>
        </p:spPr>
        <p:txBody>
          <a:bodyPr>
            <a:normAutofit/>
          </a:bodyPr>
          <a:lstStyle/>
          <a:p>
            <a:pPr marL="0" indent="0">
              <a:buNone/>
            </a:pPr>
            <a:r>
              <a:rPr lang="es-CL" sz="2000" b="1" dirty="0"/>
              <a:t>Enfoque</a:t>
            </a:r>
          </a:p>
          <a:p>
            <a:pPr marL="0" indent="0">
              <a:buNone/>
            </a:pPr>
            <a:r>
              <a:rPr lang="es-CL" sz="2000" dirty="0"/>
              <a:t>Ciclo de vida clásico (Waterfall) para asegurar el rigor técnico en un entorno crítico de salud.</a:t>
            </a:r>
          </a:p>
        </p:txBody>
      </p:sp>
      <p:sp>
        <p:nvSpPr>
          <p:cNvPr id="4" name="Marcador de contenido 3">
            <a:extLst>
              <a:ext uri="{FF2B5EF4-FFF2-40B4-BE49-F238E27FC236}">
                <a16:creationId xmlns:a16="http://schemas.microsoft.com/office/drawing/2014/main" id="{F48CB143-AD09-0874-360D-16C6007DF065}"/>
              </a:ext>
            </a:extLst>
          </p:cNvPr>
          <p:cNvSpPr>
            <a:spLocks noGrp="1"/>
          </p:cNvSpPr>
          <p:nvPr>
            <p:ph sz="half" idx="2"/>
          </p:nvPr>
        </p:nvSpPr>
        <p:spPr>
          <a:xfrm>
            <a:off x="6570204" y="3671315"/>
            <a:ext cx="5057398" cy="2546605"/>
          </a:xfrm>
        </p:spPr>
        <p:txBody>
          <a:bodyPr>
            <a:normAutofit/>
          </a:bodyPr>
          <a:lstStyle/>
          <a:p>
            <a:pPr marL="0" indent="0">
              <a:buNone/>
            </a:pPr>
            <a:r>
              <a:rPr lang="es-CL" sz="1400" b="1" dirty="0"/>
              <a:t>Etapas Secuenciales</a:t>
            </a:r>
          </a:p>
          <a:p>
            <a:pPr marL="514350" indent="-514350">
              <a:buFont typeface="+mj-lt"/>
              <a:buAutoNum type="arabicPeriod"/>
            </a:pPr>
            <a:r>
              <a:rPr lang="es-CL" sz="1400" dirty="0"/>
              <a:t>Análisis: Especificación de requerimientos y estudio del dataset Wisconsin.</a:t>
            </a:r>
          </a:p>
          <a:p>
            <a:pPr marL="514350" indent="-514350">
              <a:buFont typeface="+mj-lt"/>
              <a:buAutoNum type="arabicPeriod"/>
            </a:pPr>
            <a:r>
              <a:rPr lang="es-CL" sz="1400" dirty="0"/>
              <a:t>Diseño: Ingeniería de características y arquitectura del modelo de Machine Learning.</a:t>
            </a:r>
          </a:p>
          <a:p>
            <a:pPr marL="514350" indent="-514350">
              <a:buFont typeface="+mj-lt"/>
              <a:buAutoNum type="arabicPeriod"/>
            </a:pPr>
            <a:r>
              <a:rPr lang="es-CL" sz="1400" dirty="0"/>
              <a:t>Implementación: Codificación del algoritmo seleccionado e interfaz de usuario.</a:t>
            </a:r>
          </a:p>
          <a:p>
            <a:pPr marL="514350" indent="-514350">
              <a:buFont typeface="+mj-lt"/>
              <a:buAutoNum type="arabicPeriod"/>
            </a:pPr>
            <a:r>
              <a:rPr lang="es-CL" sz="1400" dirty="0"/>
              <a:t>Pruebas: Certificación de precisión y sensibilidad diagnóstica.</a:t>
            </a:r>
          </a:p>
        </p:txBody>
      </p:sp>
    </p:spTree>
    <p:extLst>
      <p:ext uri="{BB962C8B-B14F-4D97-AF65-F5344CB8AC3E}">
        <p14:creationId xmlns:p14="http://schemas.microsoft.com/office/powerpoint/2010/main" val="3699783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EF4A9D-B5F2-A329-1631-B7C8D73E73EF}"/>
              </a:ext>
            </a:extLst>
          </p:cNvPr>
          <p:cNvSpPr>
            <a:spLocks noGrp="1"/>
          </p:cNvSpPr>
          <p:nvPr>
            <p:ph type="title"/>
          </p:nvPr>
        </p:nvSpPr>
        <p:spPr/>
        <p:txBody>
          <a:bodyPr/>
          <a:lstStyle/>
          <a:p>
            <a:r>
              <a:rPr lang="es-CL" dirty="0"/>
              <a:t>Cronograma (Plan de Trabajo)</a:t>
            </a:r>
          </a:p>
        </p:txBody>
      </p:sp>
      <p:graphicFrame>
        <p:nvGraphicFramePr>
          <p:cNvPr id="19" name="Marcador de contenido 2">
            <a:extLst>
              <a:ext uri="{FF2B5EF4-FFF2-40B4-BE49-F238E27FC236}">
                <a16:creationId xmlns:a16="http://schemas.microsoft.com/office/drawing/2014/main" id="{E9B08198-FA69-B0FF-8A92-BD617AF3FADE}"/>
              </a:ext>
            </a:extLst>
          </p:cNvPr>
          <p:cNvGraphicFramePr>
            <a:graphicFrameLocks noGrp="1"/>
          </p:cNvGraphicFramePr>
          <p:nvPr>
            <p:ph idx="1"/>
            <p:extLst>
              <p:ext uri="{D42A27DB-BD31-4B8C-83A1-F6EECF244321}">
                <p14:modId xmlns:p14="http://schemas.microsoft.com/office/powerpoint/2010/main" val="34427933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8253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F43A221-F1B6-7D9B-037E-A169C37D259A}"/>
              </a:ext>
            </a:extLst>
          </p:cNvPr>
          <p:cNvSpPr>
            <a:spLocks noGrp="1"/>
          </p:cNvSpPr>
          <p:nvPr>
            <p:ph type="title"/>
          </p:nvPr>
        </p:nvSpPr>
        <p:spPr/>
        <p:txBody>
          <a:bodyPr/>
          <a:lstStyle/>
          <a:p>
            <a:r>
              <a:rPr lang="es-CL" dirty="0"/>
              <a:t>Arquitectura de la Solución y Fundamentación de Datos</a:t>
            </a:r>
          </a:p>
        </p:txBody>
      </p:sp>
      <p:graphicFrame>
        <p:nvGraphicFramePr>
          <p:cNvPr id="8" name="Marcador de contenido 4">
            <a:extLst>
              <a:ext uri="{FF2B5EF4-FFF2-40B4-BE49-F238E27FC236}">
                <a16:creationId xmlns:a16="http://schemas.microsoft.com/office/drawing/2014/main" id="{A2F3A691-DC06-85FA-8EB8-7E189F4BECB7}"/>
              </a:ext>
            </a:extLst>
          </p:cNvPr>
          <p:cNvGraphicFramePr>
            <a:graphicFrameLocks noGrp="1"/>
          </p:cNvGraphicFramePr>
          <p:nvPr>
            <p:ph sz="half" idx="1"/>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Marcador de contenido 5">
            <a:extLst>
              <a:ext uri="{FF2B5EF4-FFF2-40B4-BE49-F238E27FC236}">
                <a16:creationId xmlns:a16="http://schemas.microsoft.com/office/drawing/2014/main" id="{C660A2CE-0802-BA76-3A3B-4738F21D5D5B}"/>
              </a:ext>
            </a:extLst>
          </p:cNvPr>
          <p:cNvSpPr>
            <a:spLocks noGrp="1"/>
          </p:cNvSpPr>
          <p:nvPr>
            <p:ph sz="half" idx="2"/>
          </p:nvPr>
        </p:nvSpPr>
        <p:spPr/>
        <p:txBody>
          <a:bodyPr>
            <a:normAutofit fontScale="85000" lnSpcReduction="20000"/>
          </a:bodyPr>
          <a:lstStyle/>
          <a:p>
            <a:pPr marL="0" indent="0">
              <a:buNone/>
            </a:pPr>
            <a:r>
              <a:rPr lang="es-CL" b="1" dirty="0"/>
              <a:t>Flujo Técnico:</a:t>
            </a:r>
          </a:p>
          <a:p>
            <a:r>
              <a:rPr lang="es-CL" dirty="0"/>
              <a:t>Entrada: 30 parámetros morfológicos (radio, textura, perímetro) normalizados para asegurar la integridad de la información.</a:t>
            </a:r>
          </a:p>
          <a:p>
            <a:r>
              <a:rPr lang="es-CL" dirty="0"/>
              <a:t>Procesamiento: Núcleo de inferencia basado en el algoritmo con mayor Sensibilidad (Recall) para minimizar el riesgo de falsos negativos en salud.</a:t>
            </a:r>
          </a:p>
          <a:p>
            <a:r>
              <a:rPr lang="es-CL" dirty="0"/>
              <a:t>Salida: Interfaz de visualización técnica y Dashboard de indicadores clínicos en Power BI</a:t>
            </a:r>
          </a:p>
        </p:txBody>
      </p:sp>
    </p:spTree>
    <p:extLst>
      <p:ext uri="{BB962C8B-B14F-4D97-AF65-F5344CB8AC3E}">
        <p14:creationId xmlns:p14="http://schemas.microsoft.com/office/powerpoint/2010/main" val="3342368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ítulo 4">
            <a:extLst>
              <a:ext uri="{FF2B5EF4-FFF2-40B4-BE49-F238E27FC236}">
                <a16:creationId xmlns:a16="http://schemas.microsoft.com/office/drawing/2014/main" id="{DFB9141E-620C-E4BD-98F9-530BE3DA6874}"/>
              </a:ext>
            </a:extLst>
          </p:cNvPr>
          <p:cNvSpPr>
            <a:spLocks noGrp="1"/>
          </p:cNvSpPr>
          <p:nvPr>
            <p:ph type="title"/>
          </p:nvPr>
        </p:nvSpPr>
        <p:spPr>
          <a:xfrm>
            <a:off x="1371597" y="348865"/>
            <a:ext cx="10044023" cy="877729"/>
          </a:xfrm>
        </p:spPr>
        <p:txBody>
          <a:bodyPr anchor="ctr">
            <a:normAutofit/>
          </a:bodyPr>
          <a:lstStyle/>
          <a:p>
            <a:r>
              <a:rPr lang="es-CL" sz="4000">
                <a:solidFill>
                  <a:srgbClr val="FFFFFF"/>
                </a:solidFill>
              </a:rPr>
              <a:t>Stack Tecnológico y Protocolos de Validación</a:t>
            </a:r>
          </a:p>
        </p:txBody>
      </p:sp>
      <p:graphicFrame>
        <p:nvGraphicFramePr>
          <p:cNvPr id="8" name="Marcador de contenido 5">
            <a:extLst>
              <a:ext uri="{FF2B5EF4-FFF2-40B4-BE49-F238E27FC236}">
                <a16:creationId xmlns:a16="http://schemas.microsoft.com/office/drawing/2014/main" id="{FEE1879B-41D9-804B-6AF7-B7AE1DAD9FBB}"/>
              </a:ext>
            </a:extLst>
          </p:cNvPr>
          <p:cNvGraphicFramePr>
            <a:graphicFrameLocks noGrp="1"/>
          </p:cNvGraphicFramePr>
          <p:nvPr>
            <p:ph idx="1"/>
            <p:extLst>
              <p:ext uri="{D42A27DB-BD31-4B8C-83A1-F6EECF244321}">
                <p14:modId xmlns:p14="http://schemas.microsoft.com/office/powerpoint/2010/main" val="335478793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3510312"/>
      </p:ext>
    </p:extLst>
  </p:cSld>
  <p:clrMapOvr>
    <a:masterClrMapping/>
  </p:clrMapOvr>
</p:sld>
</file>

<file path=ppt/theme/theme1.xml><?xml version="1.0" encoding="utf-8"?>
<a:theme xmlns:a="http://schemas.openxmlformats.org/drawingml/2006/main" name="Office Theme">
  <a:themeElements>
    <a:clrScheme name="Capstone Fase 1 PPT">
      <a:dk1>
        <a:sysClr val="windowText" lastClr="000000"/>
      </a:dk1>
      <a:lt1>
        <a:sysClr val="window" lastClr="FFFFFF"/>
      </a:lt1>
      <a:dk2>
        <a:srgbClr val="2C3E50"/>
      </a:dk2>
      <a:lt2>
        <a:srgbClr val="F8F9F9"/>
      </a:lt2>
      <a:accent1>
        <a:srgbClr val="E89AB0"/>
      </a:accent1>
      <a:accent2>
        <a:srgbClr val="8E244D"/>
      </a:accent2>
      <a:accent3>
        <a:srgbClr val="34495E"/>
      </a:accent3>
      <a:accent4>
        <a:srgbClr val="F2D7D9"/>
      </a:accent4>
      <a:accent5>
        <a:srgbClr val="7F8C8D"/>
      </a:accent5>
      <a:accent6>
        <a:srgbClr val="D988B9"/>
      </a:accent6>
      <a:hlink>
        <a:srgbClr val="169C9A"/>
      </a:hlink>
      <a:folHlink>
        <a:srgbClr val="E15C3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docProps/app.xml><?xml version="1.0" encoding="utf-8"?>
<Properties xmlns="http://schemas.openxmlformats.org/officeDocument/2006/extended-properties" xmlns:vt="http://schemas.openxmlformats.org/officeDocument/2006/docPropsVTypes">
  <Template>Office Theme</Template>
  <TotalTime>120</TotalTime>
  <Words>746</Words>
  <Application>Microsoft Office PowerPoint</Application>
  <PresentationFormat>Panorámica</PresentationFormat>
  <Paragraphs>58</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Aptos</vt:lpstr>
      <vt:lpstr>Aptos Display</vt:lpstr>
      <vt:lpstr>Arial</vt:lpstr>
      <vt:lpstr>Calibri</vt:lpstr>
      <vt:lpstr>Office Theme</vt:lpstr>
      <vt:lpstr>Sistema de Apoyo al Diagnóstico Temprano de Cáncer de Mama mediante Modelos Predictivos de Machine Learning.</vt:lpstr>
      <vt:lpstr>Contexto</vt:lpstr>
      <vt:lpstr>Problema - Solución</vt:lpstr>
      <vt:lpstr>Público Objetivo</vt:lpstr>
      <vt:lpstr>Objetivos General y Específicos</vt:lpstr>
      <vt:lpstr>Metodología de Ingeniería (Modelo Cascada)</vt:lpstr>
      <vt:lpstr>Cronograma (Plan de Trabajo)</vt:lpstr>
      <vt:lpstr>Arquitectura de la Solución y Fundamentación de Datos</vt:lpstr>
      <vt:lpstr>Stack Tecnológico y Protocolos de Validación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Karla Acuña Bravo</dc:creator>
  <cp:lastModifiedBy>Karla Acuña Bravo</cp:lastModifiedBy>
  <cp:revision>20</cp:revision>
  <dcterms:created xsi:type="dcterms:W3CDTF">2026-01-12T22:14:53Z</dcterms:created>
  <dcterms:modified xsi:type="dcterms:W3CDTF">2026-01-15T03:33:48Z</dcterms:modified>
</cp:coreProperties>
</file>