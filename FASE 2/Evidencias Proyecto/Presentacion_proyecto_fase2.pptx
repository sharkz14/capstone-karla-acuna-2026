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13A7DB-544B-41C3-B474-D6E891113C0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A59CAC-B3E5-4991-8627-69B52E461ABF}">
      <dgm:prSet/>
      <dgm:spPr/>
      <dgm:t>
        <a:bodyPr/>
        <a:lstStyle/>
        <a:p>
          <a:r>
            <a:rPr lang="es-CL" b="1" dirty="0"/>
            <a:t>El Problema: </a:t>
          </a:r>
          <a:r>
            <a:rPr lang="es-CL" dirty="0"/>
            <a:t>El cáncer de mama requiere detección ultra temprana para mejorar el pronóstico</a:t>
          </a:r>
          <a:endParaRPr lang="en-US" dirty="0"/>
        </a:p>
      </dgm:t>
    </dgm:pt>
    <dgm:pt modelId="{4E6D5530-C91C-4928-BE81-037E859B4637}" type="parTrans" cxnId="{C54978FF-5288-4793-9815-0589E5FCEC79}">
      <dgm:prSet/>
      <dgm:spPr/>
      <dgm:t>
        <a:bodyPr/>
        <a:lstStyle/>
        <a:p>
          <a:endParaRPr lang="en-US"/>
        </a:p>
      </dgm:t>
    </dgm:pt>
    <dgm:pt modelId="{E6AA7843-6737-48FD-86D4-B7F2943E6A38}" type="sibTrans" cxnId="{C54978FF-5288-4793-9815-0589E5FCEC79}">
      <dgm:prSet/>
      <dgm:spPr/>
      <dgm:t>
        <a:bodyPr/>
        <a:lstStyle/>
        <a:p>
          <a:endParaRPr lang="en-US"/>
        </a:p>
      </dgm:t>
    </dgm:pt>
    <dgm:pt modelId="{3C5D7DF7-CEC5-43D8-A57A-B9459D2AC9B3}">
      <dgm:prSet/>
      <dgm:spPr/>
      <dgm:t>
        <a:bodyPr/>
        <a:lstStyle/>
        <a:p>
          <a:r>
            <a:rPr lang="es-CL" b="1" dirty="0"/>
            <a:t>La Solución: </a:t>
          </a:r>
          <a:r>
            <a:rPr lang="es-CL" dirty="0"/>
            <a:t>Un sistema que procesa datos morfológicos de tumores para apoyar la decisión médica</a:t>
          </a:r>
          <a:endParaRPr lang="en-US" dirty="0"/>
        </a:p>
      </dgm:t>
    </dgm:pt>
    <dgm:pt modelId="{2303B3D1-7117-47CF-A7E5-650F3BF3B289}" type="parTrans" cxnId="{6B3BEC61-B041-414E-8FA6-B39BE4EC2232}">
      <dgm:prSet/>
      <dgm:spPr/>
      <dgm:t>
        <a:bodyPr/>
        <a:lstStyle/>
        <a:p>
          <a:endParaRPr lang="en-US"/>
        </a:p>
      </dgm:t>
    </dgm:pt>
    <dgm:pt modelId="{B0FA988E-1A99-4263-B4C3-67AA32EC701B}" type="sibTrans" cxnId="{6B3BEC61-B041-414E-8FA6-B39BE4EC2232}">
      <dgm:prSet/>
      <dgm:spPr/>
      <dgm:t>
        <a:bodyPr/>
        <a:lstStyle/>
        <a:p>
          <a:endParaRPr lang="en-US"/>
        </a:p>
      </dgm:t>
    </dgm:pt>
    <dgm:pt modelId="{AEF9F903-E50C-4500-B71F-4DBF5E57818E}">
      <dgm:prSet/>
      <dgm:spPr/>
      <dgm:t>
        <a:bodyPr/>
        <a:lstStyle/>
        <a:p>
          <a:r>
            <a:rPr lang="es-CL" b="1" dirty="0"/>
            <a:t>Métrica Crítica: </a:t>
          </a:r>
          <a:r>
            <a:rPr lang="es-CL" dirty="0"/>
            <a:t>El proyecto se centra en optimizar el Recall (&gt;90%) para no ignorar casos malignos</a:t>
          </a:r>
          <a:endParaRPr lang="en-US" dirty="0"/>
        </a:p>
      </dgm:t>
    </dgm:pt>
    <dgm:pt modelId="{9731B08A-1260-44D5-8202-FFBF8C8126DE}" type="parTrans" cxnId="{C314536E-7010-4B0C-8B3F-9DA55F638F70}">
      <dgm:prSet/>
      <dgm:spPr/>
      <dgm:t>
        <a:bodyPr/>
        <a:lstStyle/>
        <a:p>
          <a:endParaRPr lang="en-US"/>
        </a:p>
      </dgm:t>
    </dgm:pt>
    <dgm:pt modelId="{0EA5E41B-6F27-4447-964F-FF73B0AAC826}" type="sibTrans" cxnId="{C314536E-7010-4B0C-8B3F-9DA55F638F70}">
      <dgm:prSet/>
      <dgm:spPr/>
      <dgm:t>
        <a:bodyPr/>
        <a:lstStyle/>
        <a:p>
          <a:endParaRPr lang="en-US"/>
        </a:p>
      </dgm:t>
    </dgm:pt>
    <dgm:pt modelId="{61CC8146-BB85-4B4A-9011-31BED726814C}" type="pres">
      <dgm:prSet presAssocID="{1D13A7DB-544B-41C3-B474-D6E891113C0D}" presName="vert0" presStyleCnt="0">
        <dgm:presLayoutVars>
          <dgm:dir/>
          <dgm:animOne val="branch"/>
          <dgm:animLvl val="lvl"/>
        </dgm:presLayoutVars>
      </dgm:prSet>
      <dgm:spPr/>
    </dgm:pt>
    <dgm:pt modelId="{CFEBCAD2-1A1F-4B08-B193-4EACED9B1EE4}" type="pres">
      <dgm:prSet presAssocID="{14A59CAC-B3E5-4991-8627-69B52E461ABF}" presName="thickLine" presStyleLbl="alignNode1" presStyleIdx="0" presStyleCnt="3"/>
      <dgm:spPr/>
    </dgm:pt>
    <dgm:pt modelId="{60600FFA-2F4C-464D-A5EF-858D9F0ABE74}" type="pres">
      <dgm:prSet presAssocID="{14A59CAC-B3E5-4991-8627-69B52E461ABF}" presName="horz1" presStyleCnt="0"/>
      <dgm:spPr/>
    </dgm:pt>
    <dgm:pt modelId="{CD7E1E60-B15E-480D-B5D9-5FAAEB11D319}" type="pres">
      <dgm:prSet presAssocID="{14A59CAC-B3E5-4991-8627-69B52E461ABF}" presName="tx1" presStyleLbl="revTx" presStyleIdx="0" presStyleCnt="3"/>
      <dgm:spPr/>
    </dgm:pt>
    <dgm:pt modelId="{282D0E12-4066-455D-9A1E-08745489B5DC}" type="pres">
      <dgm:prSet presAssocID="{14A59CAC-B3E5-4991-8627-69B52E461ABF}" presName="vert1" presStyleCnt="0"/>
      <dgm:spPr/>
    </dgm:pt>
    <dgm:pt modelId="{EAD06EB9-A3D8-4394-8905-58731C136656}" type="pres">
      <dgm:prSet presAssocID="{3C5D7DF7-CEC5-43D8-A57A-B9459D2AC9B3}" presName="thickLine" presStyleLbl="alignNode1" presStyleIdx="1" presStyleCnt="3"/>
      <dgm:spPr/>
    </dgm:pt>
    <dgm:pt modelId="{55FA4AAA-03CF-4239-91C2-25FDE4DA8940}" type="pres">
      <dgm:prSet presAssocID="{3C5D7DF7-CEC5-43D8-A57A-B9459D2AC9B3}" presName="horz1" presStyleCnt="0"/>
      <dgm:spPr/>
    </dgm:pt>
    <dgm:pt modelId="{654C3745-12EF-425B-B906-C154A5B0A6DE}" type="pres">
      <dgm:prSet presAssocID="{3C5D7DF7-CEC5-43D8-A57A-B9459D2AC9B3}" presName="tx1" presStyleLbl="revTx" presStyleIdx="1" presStyleCnt="3"/>
      <dgm:spPr/>
    </dgm:pt>
    <dgm:pt modelId="{93E095DA-989B-48A9-8953-BD86E60FF7EA}" type="pres">
      <dgm:prSet presAssocID="{3C5D7DF7-CEC5-43D8-A57A-B9459D2AC9B3}" presName="vert1" presStyleCnt="0"/>
      <dgm:spPr/>
    </dgm:pt>
    <dgm:pt modelId="{72482041-0B56-4DFA-8BD6-0922485126F3}" type="pres">
      <dgm:prSet presAssocID="{AEF9F903-E50C-4500-B71F-4DBF5E57818E}" presName="thickLine" presStyleLbl="alignNode1" presStyleIdx="2" presStyleCnt="3"/>
      <dgm:spPr/>
    </dgm:pt>
    <dgm:pt modelId="{5799C960-BD24-4251-B685-6D2B8A061B6C}" type="pres">
      <dgm:prSet presAssocID="{AEF9F903-E50C-4500-B71F-4DBF5E57818E}" presName="horz1" presStyleCnt="0"/>
      <dgm:spPr/>
    </dgm:pt>
    <dgm:pt modelId="{5305FCD9-A592-49CC-B61A-8CDFF7E4352C}" type="pres">
      <dgm:prSet presAssocID="{AEF9F903-E50C-4500-B71F-4DBF5E57818E}" presName="tx1" presStyleLbl="revTx" presStyleIdx="2" presStyleCnt="3"/>
      <dgm:spPr/>
    </dgm:pt>
    <dgm:pt modelId="{71EFAE88-119F-407B-903C-C71181B0D6BA}" type="pres">
      <dgm:prSet presAssocID="{AEF9F903-E50C-4500-B71F-4DBF5E57818E}" presName="vert1" presStyleCnt="0"/>
      <dgm:spPr/>
    </dgm:pt>
  </dgm:ptLst>
  <dgm:cxnLst>
    <dgm:cxn modelId="{6B3BEC61-B041-414E-8FA6-B39BE4EC2232}" srcId="{1D13A7DB-544B-41C3-B474-D6E891113C0D}" destId="{3C5D7DF7-CEC5-43D8-A57A-B9459D2AC9B3}" srcOrd="1" destOrd="0" parTransId="{2303B3D1-7117-47CF-A7E5-650F3BF3B289}" sibTransId="{B0FA988E-1A99-4263-B4C3-67AA32EC701B}"/>
    <dgm:cxn modelId="{9C25D04C-8A08-4321-AFA0-BBFB9CC706C7}" type="presOf" srcId="{3C5D7DF7-CEC5-43D8-A57A-B9459D2AC9B3}" destId="{654C3745-12EF-425B-B906-C154A5B0A6DE}" srcOrd="0" destOrd="0" presId="urn:microsoft.com/office/officeart/2008/layout/LinedList"/>
    <dgm:cxn modelId="{C314536E-7010-4B0C-8B3F-9DA55F638F70}" srcId="{1D13A7DB-544B-41C3-B474-D6E891113C0D}" destId="{AEF9F903-E50C-4500-B71F-4DBF5E57818E}" srcOrd="2" destOrd="0" parTransId="{9731B08A-1260-44D5-8202-FFBF8C8126DE}" sibTransId="{0EA5E41B-6F27-4447-964F-FF73B0AAC826}"/>
    <dgm:cxn modelId="{37AE9092-8B50-4047-80E3-196BEFEC87A0}" type="presOf" srcId="{AEF9F903-E50C-4500-B71F-4DBF5E57818E}" destId="{5305FCD9-A592-49CC-B61A-8CDFF7E4352C}" srcOrd="0" destOrd="0" presId="urn:microsoft.com/office/officeart/2008/layout/LinedList"/>
    <dgm:cxn modelId="{672BF693-74D7-4BD5-BE02-7DAB0E9BA1C8}" type="presOf" srcId="{1D13A7DB-544B-41C3-B474-D6E891113C0D}" destId="{61CC8146-BB85-4B4A-9011-31BED726814C}" srcOrd="0" destOrd="0" presId="urn:microsoft.com/office/officeart/2008/layout/LinedList"/>
    <dgm:cxn modelId="{A2C4AFC6-E633-4526-9D12-52423AEFA14E}" type="presOf" srcId="{14A59CAC-B3E5-4991-8627-69B52E461ABF}" destId="{CD7E1E60-B15E-480D-B5D9-5FAAEB11D319}" srcOrd="0" destOrd="0" presId="urn:microsoft.com/office/officeart/2008/layout/LinedList"/>
    <dgm:cxn modelId="{C54978FF-5288-4793-9815-0589E5FCEC79}" srcId="{1D13A7DB-544B-41C3-B474-D6E891113C0D}" destId="{14A59CAC-B3E5-4991-8627-69B52E461ABF}" srcOrd="0" destOrd="0" parTransId="{4E6D5530-C91C-4928-BE81-037E859B4637}" sibTransId="{E6AA7843-6737-48FD-86D4-B7F2943E6A38}"/>
    <dgm:cxn modelId="{D4403547-0B6B-4144-9830-B8F156EF834B}" type="presParOf" srcId="{61CC8146-BB85-4B4A-9011-31BED726814C}" destId="{CFEBCAD2-1A1F-4B08-B193-4EACED9B1EE4}" srcOrd="0" destOrd="0" presId="urn:microsoft.com/office/officeart/2008/layout/LinedList"/>
    <dgm:cxn modelId="{C2E7612E-31B5-4C05-BC55-55E1C8B922BA}" type="presParOf" srcId="{61CC8146-BB85-4B4A-9011-31BED726814C}" destId="{60600FFA-2F4C-464D-A5EF-858D9F0ABE74}" srcOrd="1" destOrd="0" presId="urn:microsoft.com/office/officeart/2008/layout/LinedList"/>
    <dgm:cxn modelId="{0355DB8B-2DED-44AD-BDDE-F3380C5EDCC0}" type="presParOf" srcId="{60600FFA-2F4C-464D-A5EF-858D9F0ABE74}" destId="{CD7E1E60-B15E-480D-B5D9-5FAAEB11D319}" srcOrd="0" destOrd="0" presId="urn:microsoft.com/office/officeart/2008/layout/LinedList"/>
    <dgm:cxn modelId="{6206791A-BCA8-43F4-85BD-AD28F9CC2A1F}" type="presParOf" srcId="{60600FFA-2F4C-464D-A5EF-858D9F0ABE74}" destId="{282D0E12-4066-455D-9A1E-08745489B5DC}" srcOrd="1" destOrd="0" presId="urn:microsoft.com/office/officeart/2008/layout/LinedList"/>
    <dgm:cxn modelId="{EAB2E890-1CC7-4985-8B88-60A9F18FE63D}" type="presParOf" srcId="{61CC8146-BB85-4B4A-9011-31BED726814C}" destId="{EAD06EB9-A3D8-4394-8905-58731C136656}" srcOrd="2" destOrd="0" presId="urn:microsoft.com/office/officeart/2008/layout/LinedList"/>
    <dgm:cxn modelId="{E67E3D43-C38F-4A19-B3EF-C5E9094AFC47}" type="presParOf" srcId="{61CC8146-BB85-4B4A-9011-31BED726814C}" destId="{55FA4AAA-03CF-4239-91C2-25FDE4DA8940}" srcOrd="3" destOrd="0" presId="urn:microsoft.com/office/officeart/2008/layout/LinedList"/>
    <dgm:cxn modelId="{F502F60B-C158-4205-B65C-AF51BFAD8817}" type="presParOf" srcId="{55FA4AAA-03CF-4239-91C2-25FDE4DA8940}" destId="{654C3745-12EF-425B-B906-C154A5B0A6DE}" srcOrd="0" destOrd="0" presId="urn:microsoft.com/office/officeart/2008/layout/LinedList"/>
    <dgm:cxn modelId="{30D116BB-38DB-4933-AD90-D61B2332B5BC}" type="presParOf" srcId="{55FA4AAA-03CF-4239-91C2-25FDE4DA8940}" destId="{93E095DA-989B-48A9-8953-BD86E60FF7EA}" srcOrd="1" destOrd="0" presId="urn:microsoft.com/office/officeart/2008/layout/LinedList"/>
    <dgm:cxn modelId="{BF5E115B-A5E6-49EC-89AA-17194296C29B}" type="presParOf" srcId="{61CC8146-BB85-4B4A-9011-31BED726814C}" destId="{72482041-0B56-4DFA-8BD6-0922485126F3}" srcOrd="4" destOrd="0" presId="urn:microsoft.com/office/officeart/2008/layout/LinedList"/>
    <dgm:cxn modelId="{84286A66-0F1D-4B19-A539-AA45AC8D63CD}" type="presParOf" srcId="{61CC8146-BB85-4B4A-9011-31BED726814C}" destId="{5799C960-BD24-4251-B685-6D2B8A061B6C}" srcOrd="5" destOrd="0" presId="urn:microsoft.com/office/officeart/2008/layout/LinedList"/>
    <dgm:cxn modelId="{8A14D02F-BE6A-49E3-8176-F572D4DA0AAE}" type="presParOf" srcId="{5799C960-BD24-4251-B685-6D2B8A061B6C}" destId="{5305FCD9-A592-49CC-B61A-8CDFF7E4352C}" srcOrd="0" destOrd="0" presId="urn:microsoft.com/office/officeart/2008/layout/LinedList"/>
    <dgm:cxn modelId="{1A7B9CC6-156F-4A3A-B98E-FE0E8CFFDC79}" type="presParOf" srcId="{5799C960-BD24-4251-B685-6D2B8A061B6C}" destId="{71EFAE88-119F-407B-903C-C71181B0D6B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8111F9-D150-4E0E-973C-655054A0B76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72D4EC-FF5C-4592-AE3F-A5BA3D5D64CE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/>
            <a:t>General</a:t>
          </a:r>
          <a:endParaRPr lang="en-US"/>
        </a:p>
      </dgm:t>
    </dgm:pt>
    <dgm:pt modelId="{38534FF0-F2F7-4C40-8862-6DE335C6E7BB}" type="parTrans" cxnId="{C729AD4F-14CB-4903-AC3E-FA596D5035B4}">
      <dgm:prSet/>
      <dgm:spPr/>
      <dgm:t>
        <a:bodyPr/>
        <a:lstStyle/>
        <a:p>
          <a:endParaRPr lang="en-US"/>
        </a:p>
      </dgm:t>
    </dgm:pt>
    <dgm:pt modelId="{1D5DC5D5-C33D-47C2-B9E5-78C9E8D4B117}" type="sibTrans" cxnId="{C729AD4F-14CB-4903-AC3E-FA596D5035B4}">
      <dgm:prSet/>
      <dgm:spPr/>
      <dgm:t>
        <a:bodyPr/>
        <a:lstStyle/>
        <a:p>
          <a:endParaRPr lang="en-US"/>
        </a:p>
      </dgm:t>
    </dgm:pt>
    <dgm:pt modelId="{D5546B7C-AA6D-4023-AA7A-EB202FF0B68B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dirty="0"/>
            <a:t>Desarrollar el sistema de apoyo al diagnóstico mediante modelos predictivos</a:t>
          </a:r>
          <a:endParaRPr lang="en-US" dirty="0"/>
        </a:p>
      </dgm:t>
    </dgm:pt>
    <dgm:pt modelId="{E5E12606-1634-453F-A905-F4C772CA44F5}" type="parTrans" cxnId="{FB22439E-6C1D-4F62-97EA-191AA4B8BECA}">
      <dgm:prSet/>
      <dgm:spPr/>
      <dgm:t>
        <a:bodyPr/>
        <a:lstStyle/>
        <a:p>
          <a:endParaRPr lang="en-US"/>
        </a:p>
      </dgm:t>
    </dgm:pt>
    <dgm:pt modelId="{9E4559A9-0DB7-4FEA-9E9E-CE71D493D182}" type="sibTrans" cxnId="{FB22439E-6C1D-4F62-97EA-191AA4B8BECA}">
      <dgm:prSet/>
      <dgm:spPr/>
      <dgm:t>
        <a:bodyPr/>
        <a:lstStyle/>
        <a:p>
          <a:endParaRPr lang="en-US"/>
        </a:p>
      </dgm:t>
    </dgm:pt>
    <dgm:pt modelId="{5CE1B448-348F-406B-8056-27EFC56C4315}" type="pres">
      <dgm:prSet presAssocID="{FE8111F9-D150-4E0E-973C-655054A0B768}" presName="vert0" presStyleCnt="0">
        <dgm:presLayoutVars>
          <dgm:dir/>
          <dgm:animOne val="branch"/>
          <dgm:animLvl val="lvl"/>
        </dgm:presLayoutVars>
      </dgm:prSet>
      <dgm:spPr/>
    </dgm:pt>
    <dgm:pt modelId="{E7E038B2-068C-47FB-B87A-DDA671073D47}" type="pres">
      <dgm:prSet presAssocID="{1F72D4EC-FF5C-4592-AE3F-A5BA3D5D64CE}" presName="thickLine" presStyleLbl="alignNode1" presStyleIdx="0" presStyleCnt="2"/>
      <dgm:spPr/>
    </dgm:pt>
    <dgm:pt modelId="{644B40F8-2458-45D7-AB69-4979666ABC79}" type="pres">
      <dgm:prSet presAssocID="{1F72D4EC-FF5C-4592-AE3F-A5BA3D5D64CE}" presName="horz1" presStyleCnt="0"/>
      <dgm:spPr/>
    </dgm:pt>
    <dgm:pt modelId="{28F51EC7-F0E8-4AD4-995D-FA0204AC7012}" type="pres">
      <dgm:prSet presAssocID="{1F72D4EC-FF5C-4592-AE3F-A5BA3D5D64CE}" presName="tx1" presStyleLbl="revTx" presStyleIdx="0" presStyleCnt="2"/>
      <dgm:spPr/>
    </dgm:pt>
    <dgm:pt modelId="{75772AAE-DB43-4440-91D7-40988274217B}" type="pres">
      <dgm:prSet presAssocID="{1F72D4EC-FF5C-4592-AE3F-A5BA3D5D64CE}" presName="vert1" presStyleCnt="0"/>
      <dgm:spPr/>
    </dgm:pt>
    <dgm:pt modelId="{4E095047-D383-4D99-B544-690BF2269F8D}" type="pres">
      <dgm:prSet presAssocID="{D5546B7C-AA6D-4023-AA7A-EB202FF0B68B}" presName="thickLine" presStyleLbl="alignNode1" presStyleIdx="1" presStyleCnt="2"/>
      <dgm:spPr/>
    </dgm:pt>
    <dgm:pt modelId="{80DEBD31-E915-420D-9666-046140CE5FE3}" type="pres">
      <dgm:prSet presAssocID="{D5546B7C-AA6D-4023-AA7A-EB202FF0B68B}" presName="horz1" presStyleCnt="0"/>
      <dgm:spPr/>
    </dgm:pt>
    <dgm:pt modelId="{DD531BD9-0420-48F4-9E5E-F8EFF0934BA8}" type="pres">
      <dgm:prSet presAssocID="{D5546B7C-AA6D-4023-AA7A-EB202FF0B68B}" presName="tx1" presStyleLbl="revTx" presStyleIdx="1" presStyleCnt="2"/>
      <dgm:spPr/>
    </dgm:pt>
    <dgm:pt modelId="{5A5D5B0F-DE56-4BC9-AF00-9A9A15ECC5E1}" type="pres">
      <dgm:prSet presAssocID="{D5546B7C-AA6D-4023-AA7A-EB202FF0B68B}" presName="vert1" presStyleCnt="0"/>
      <dgm:spPr/>
    </dgm:pt>
  </dgm:ptLst>
  <dgm:cxnLst>
    <dgm:cxn modelId="{01A5FB33-F0E9-41D9-B6AE-00D54AD409F2}" type="presOf" srcId="{FE8111F9-D150-4E0E-973C-655054A0B768}" destId="{5CE1B448-348F-406B-8056-27EFC56C4315}" srcOrd="0" destOrd="0" presId="urn:microsoft.com/office/officeart/2008/layout/LinedList"/>
    <dgm:cxn modelId="{C729AD4F-14CB-4903-AC3E-FA596D5035B4}" srcId="{FE8111F9-D150-4E0E-973C-655054A0B768}" destId="{1F72D4EC-FF5C-4592-AE3F-A5BA3D5D64CE}" srcOrd="0" destOrd="0" parTransId="{38534FF0-F2F7-4C40-8862-6DE335C6E7BB}" sibTransId="{1D5DC5D5-C33D-47C2-B9E5-78C9E8D4B117}"/>
    <dgm:cxn modelId="{25BDD999-5354-44B3-A594-148809233D82}" type="presOf" srcId="{D5546B7C-AA6D-4023-AA7A-EB202FF0B68B}" destId="{DD531BD9-0420-48F4-9E5E-F8EFF0934BA8}" srcOrd="0" destOrd="0" presId="urn:microsoft.com/office/officeart/2008/layout/LinedList"/>
    <dgm:cxn modelId="{FB22439E-6C1D-4F62-97EA-191AA4B8BECA}" srcId="{FE8111F9-D150-4E0E-973C-655054A0B768}" destId="{D5546B7C-AA6D-4023-AA7A-EB202FF0B68B}" srcOrd="1" destOrd="0" parTransId="{E5E12606-1634-453F-A905-F4C772CA44F5}" sibTransId="{9E4559A9-0DB7-4FEA-9E9E-CE71D493D182}"/>
    <dgm:cxn modelId="{A38762F3-C73F-4E05-8F49-937ACCBAB40A}" type="presOf" srcId="{1F72D4EC-FF5C-4592-AE3F-A5BA3D5D64CE}" destId="{28F51EC7-F0E8-4AD4-995D-FA0204AC7012}" srcOrd="0" destOrd="0" presId="urn:microsoft.com/office/officeart/2008/layout/LinedList"/>
    <dgm:cxn modelId="{F6011BC1-C49A-4E5D-9206-E60BA5A9D457}" type="presParOf" srcId="{5CE1B448-348F-406B-8056-27EFC56C4315}" destId="{E7E038B2-068C-47FB-B87A-DDA671073D47}" srcOrd="0" destOrd="0" presId="urn:microsoft.com/office/officeart/2008/layout/LinedList"/>
    <dgm:cxn modelId="{DAD9E932-2225-4C20-82FB-27B45339188D}" type="presParOf" srcId="{5CE1B448-348F-406B-8056-27EFC56C4315}" destId="{644B40F8-2458-45D7-AB69-4979666ABC79}" srcOrd="1" destOrd="0" presId="urn:microsoft.com/office/officeart/2008/layout/LinedList"/>
    <dgm:cxn modelId="{EAB9DB4D-D439-49CC-8C1A-0FB93E7BC899}" type="presParOf" srcId="{644B40F8-2458-45D7-AB69-4979666ABC79}" destId="{28F51EC7-F0E8-4AD4-995D-FA0204AC7012}" srcOrd="0" destOrd="0" presId="urn:microsoft.com/office/officeart/2008/layout/LinedList"/>
    <dgm:cxn modelId="{29DBCC99-29D6-49B1-9FFF-3493587FB51D}" type="presParOf" srcId="{644B40F8-2458-45D7-AB69-4979666ABC79}" destId="{75772AAE-DB43-4440-91D7-40988274217B}" srcOrd="1" destOrd="0" presId="urn:microsoft.com/office/officeart/2008/layout/LinedList"/>
    <dgm:cxn modelId="{9EF0C3A6-D0ED-4EED-82F5-A33896516C03}" type="presParOf" srcId="{5CE1B448-348F-406B-8056-27EFC56C4315}" destId="{4E095047-D383-4D99-B544-690BF2269F8D}" srcOrd="2" destOrd="0" presId="urn:microsoft.com/office/officeart/2008/layout/LinedList"/>
    <dgm:cxn modelId="{1C8DD740-FE88-413C-9EE1-C0AB891E9EF1}" type="presParOf" srcId="{5CE1B448-348F-406B-8056-27EFC56C4315}" destId="{80DEBD31-E915-420D-9666-046140CE5FE3}" srcOrd="3" destOrd="0" presId="urn:microsoft.com/office/officeart/2008/layout/LinedList"/>
    <dgm:cxn modelId="{1EC6D786-3230-407B-9213-2D14F22E3E9F}" type="presParOf" srcId="{80DEBD31-E915-420D-9666-046140CE5FE3}" destId="{DD531BD9-0420-48F4-9E5E-F8EFF0934BA8}" srcOrd="0" destOrd="0" presId="urn:microsoft.com/office/officeart/2008/layout/LinedList"/>
    <dgm:cxn modelId="{BF67DBFE-30DE-484C-A07E-DDB6932816B3}" type="presParOf" srcId="{80DEBD31-E915-420D-9666-046140CE5FE3}" destId="{5A5D5B0F-DE56-4BC9-AF00-9A9A15ECC5E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202D2B-663C-41AD-BC90-DED8A06A590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6BBE2E-3452-4F45-92A9-FB056AA1A0B3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Modelo: Cascada (Waterfall)</a:t>
          </a:r>
          <a:endParaRPr lang="en-US"/>
        </a:p>
      </dgm:t>
    </dgm:pt>
    <dgm:pt modelId="{D2722BEC-8F11-4F2E-A8F5-D899601B8C35}" type="parTrans" cxnId="{DE81776A-5F1E-41FA-AA9E-F644517C1143}">
      <dgm:prSet/>
      <dgm:spPr/>
      <dgm:t>
        <a:bodyPr/>
        <a:lstStyle/>
        <a:p>
          <a:endParaRPr lang="en-US"/>
        </a:p>
      </dgm:t>
    </dgm:pt>
    <dgm:pt modelId="{74B12BA3-1FC4-4B33-8BE0-D56A9561B628}" type="sibTrans" cxnId="{DE81776A-5F1E-41FA-AA9E-F644517C1143}">
      <dgm:prSet/>
      <dgm:spPr/>
      <dgm:t>
        <a:bodyPr/>
        <a:lstStyle/>
        <a:p>
          <a:endParaRPr lang="en-US"/>
        </a:p>
      </dgm:t>
    </dgm:pt>
    <dgm:pt modelId="{50DE266F-8CBD-4C59-AED8-94D1900D6478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Justificación: Al ser un proyecto individual, permite asegurar la calidad de los requisitos y el diseño antes de la codificación</a:t>
          </a:r>
          <a:endParaRPr lang="en-US"/>
        </a:p>
      </dgm:t>
    </dgm:pt>
    <dgm:pt modelId="{28944BD4-F322-4F5B-B213-5BDFE7F4F509}" type="parTrans" cxnId="{CD2F45A8-43EB-4600-BAFC-8841748B96B3}">
      <dgm:prSet/>
      <dgm:spPr/>
      <dgm:t>
        <a:bodyPr/>
        <a:lstStyle/>
        <a:p>
          <a:endParaRPr lang="en-US"/>
        </a:p>
      </dgm:t>
    </dgm:pt>
    <dgm:pt modelId="{8AFC12FC-AB54-4781-AF0E-4CDEDC9A82C2}" type="sibTrans" cxnId="{CD2F45A8-43EB-4600-BAFC-8841748B96B3}">
      <dgm:prSet/>
      <dgm:spPr/>
      <dgm:t>
        <a:bodyPr/>
        <a:lstStyle/>
        <a:p>
          <a:endParaRPr lang="en-US"/>
        </a:p>
      </dgm:t>
    </dgm:pt>
    <dgm:pt modelId="{490EB2A8-221F-4C0B-A69E-DD6D5876C9FE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Estado: Fase de Diseño (100%) y Fase de Construcción (Iniciada)</a:t>
          </a:r>
          <a:endParaRPr lang="en-US"/>
        </a:p>
      </dgm:t>
    </dgm:pt>
    <dgm:pt modelId="{8041995E-8508-49D1-B5E9-461F74A887EF}" type="parTrans" cxnId="{78C661DC-8511-4D2E-A9A0-2305F1DF0D05}">
      <dgm:prSet/>
      <dgm:spPr/>
      <dgm:t>
        <a:bodyPr/>
        <a:lstStyle/>
        <a:p>
          <a:endParaRPr lang="en-US"/>
        </a:p>
      </dgm:t>
    </dgm:pt>
    <dgm:pt modelId="{04E3164F-FF09-4258-AD91-99644B97D9EB}" type="sibTrans" cxnId="{78C661DC-8511-4D2E-A9A0-2305F1DF0D05}">
      <dgm:prSet/>
      <dgm:spPr/>
      <dgm:t>
        <a:bodyPr/>
        <a:lstStyle/>
        <a:p>
          <a:endParaRPr lang="en-US"/>
        </a:p>
      </dgm:t>
    </dgm:pt>
    <dgm:pt modelId="{00CEB13C-6BC5-46A2-B120-05578F804281}" type="pres">
      <dgm:prSet presAssocID="{46202D2B-663C-41AD-BC90-DED8A06A5904}" presName="root" presStyleCnt="0">
        <dgm:presLayoutVars>
          <dgm:dir/>
          <dgm:resizeHandles val="exact"/>
        </dgm:presLayoutVars>
      </dgm:prSet>
      <dgm:spPr/>
    </dgm:pt>
    <dgm:pt modelId="{D80F68F1-AC9E-4332-8C0D-C0B499A54120}" type="pres">
      <dgm:prSet presAssocID="{896BBE2E-3452-4F45-92A9-FB056AA1A0B3}" presName="compNode" presStyleCnt="0"/>
      <dgm:spPr/>
    </dgm:pt>
    <dgm:pt modelId="{18C9FBD5-6324-4730-A9FF-E5673AA25396}" type="pres">
      <dgm:prSet presAssocID="{896BBE2E-3452-4F45-92A9-FB056AA1A0B3}" presName="bgRect" presStyleLbl="bgShp" presStyleIdx="0" presStyleCnt="3"/>
      <dgm:spPr/>
    </dgm:pt>
    <dgm:pt modelId="{7D689164-9A6A-4BDB-A9B6-6572287B29D6}" type="pres">
      <dgm:prSet presAssocID="{896BBE2E-3452-4F45-92A9-FB056AA1A0B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fall scene"/>
        </a:ext>
      </dgm:extLst>
    </dgm:pt>
    <dgm:pt modelId="{4C258A92-6F5C-41A5-A0BC-C86C314F757C}" type="pres">
      <dgm:prSet presAssocID="{896BBE2E-3452-4F45-92A9-FB056AA1A0B3}" presName="spaceRect" presStyleCnt="0"/>
      <dgm:spPr/>
    </dgm:pt>
    <dgm:pt modelId="{CFEE8C85-3B17-4D9B-945B-68B4D86539FE}" type="pres">
      <dgm:prSet presAssocID="{896BBE2E-3452-4F45-92A9-FB056AA1A0B3}" presName="parTx" presStyleLbl="revTx" presStyleIdx="0" presStyleCnt="3">
        <dgm:presLayoutVars>
          <dgm:chMax val="0"/>
          <dgm:chPref val="0"/>
        </dgm:presLayoutVars>
      </dgm:prSet>
      <dgm:spPr/>
    </dgm:pt>
    <dgm:pt modelId="{0CB33445-DE12-4EB6-A53F-6979344F8D19}" type="pres">
      <dgm:prSet presAssocID="{74B12BA3-1FC4-4B33-8BE0-D56A9561B628}" presName="sibTrans" presStyleCnt="0"/>
      <dgm:spPr/>
    </dgm:pt>
    <dgm:pt modelId="{B0F6B9D9-D2BD-4453-B424-DCAD6BC25D0F}" type="pres">
      <dgm:prSet presAssocID="{50DE266F-8CBD-4C59-AED8-94D1900D6478}" presName="compNode" presStyleCnt="0"/>
      <dgm:spPr/>
    </dgm:pt>
    <dgm:pt modelId="{BE10E5B5-D904-4DF8-B543-3AA7EB76A1D7}" type="pres">
      <dgm:prSet presAssocID="{50DE266F-8CBD-4C59-AED8-94D1900D6478}" presName="bgRect" presStyleLbl="bgShp" presStyleIdx="1" presStyleCnt="3"/>
      <dgm:spPr/>
    </dgm:pt>
    <dgm:pt modelId="{738DAFF5-51C8-4918-82D8-4ADB08260929}" type="pres">
      <dgm:prSet presAssocID="{50DE266F-8CBD-4C59-AED8-94D1900D647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ECA51B9D-AC48-4307-B7FB-E6E70831F065}" type="pres">
      <dgm:prSet presAssocID="{50DE266F-8CBD-4C59-AED8-94D1900D6478}" presName="spaceRect" presStyleCnt="0"/>
      <dgm:spPr/>
    </dgm:pt>
    <dgm:pt modelId="{122B3C3A-2384-436B-8349-DA31A93D2598}" type="pres">
      <dgm:prSet presAssocID="{50DE266F-8CBD-4C59-AED8-94D1900D6478}" presName="parTx" presStyleLbl="revTx" presStyleIdx="1" presStyleCnt="3">
        <dgm:presLayoutVars>
          <dgm:chMax val="0"/>
          <dgm:chPref val="0"/>
        </dgm:presLayoutVars>
      </dgm:prSet>
      <dgm:spPr/>
    </dgm:pt>
    <dgm:pt modelId="{90915F03-C55A-45D7-87BD-3A91AB2119BF}" type="pres">
      <dgm:prSet presAssocID="{8AFC12FC-AB54-4781-AF0E-4CDEDC9A82C2}" presName="sibTrans" presStyleCnt="0"/>
      <dgm:spPr/>
    </dgm:pt>
    <dgm:pt modelId="{63260C9C-5AFF-414C-9F3C-7943EA74D7FD}" type="pres">
      <dgm:prSet presAssocID="{490EB2A8-221F-4C0B-A69E-DD6D5876C9FE}" presName="compNode" presStyleCnt="0"/>
      <dgm:spPr/>
    </dgm:pt>
    <dgm:pt modelId="{C594786C-2467-4388-95B1-4D2601BD0F5C}" type="pres">
      <dgm:prSet presAssocID="{490EB2A8-221F-4C0B-A69E-DD6D5876C9FE}" presName="bgRect" presStyleLbl="bgShp" presStyleIdx="2" presStyleCnt="3"/>
      <dgm:spPr/>
    </dgm:pt>
    <dgm:pt modelId="{DC2CAE1E-5DCB-403B-8768-43A27A16E432}" type="pres">
      <dgm:prSet presAssocID="{490EB2A8-221F-4C0B-A69E-DD6D5876C9F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mbero"/>
        </a:ext>
      </dgm:extLst>
    </dgm:pt>
    <dgm:pt modelId="{59958284-B3FE-444F-BE26-D0416F2AA52A}" type="pres">
      <dgm:prSet presAssocID="{490EB2A8-221F-4C0B-A69E-DD6D5876C9FE}" presName="spaceRect" presStyleCnt="0"/>
      <dgm:spPr/>
    </dgm:pt>
    <dgm:pt modelId="{9A5A7FA1-F4D4-4DC1-B5F2-E0C387D53AB4}" type="pres">
      <dgm:prSet presAssocID="{490EB2A8-221F-4C0B-A69E-DD6D5876C9F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25E5909-EA08-49F9-8AB2-4871AB328AE3}" type="presOf" srcId="{46202D2B-663C-41AD-BC90-DED8A06A5904}" destId="{00CEB13C-6BC5-46A2-B120-05578F804281}" srcOrd="0" destOrd="0" presId="urn:microsoft.com/office/officeart/2018/2/layout/IconVerticalSolidList"/>
    <dgm:cxn modelId="{DE81776A-5F1E-41FA-AA9E-F644517C1143}" srcId="{46202D2B-663C-41AD-BC90-DED8A06A5904}" destId="{896BBE2E-3452-4F45-92A9-FB056AA1A0B3}" srcOrd="0" destOrd="0" parTransId="{D2722BEC-8F11-4F2E-A8F5-D899601B8C35}" sibTransId="{74B12BA3-1FC4-4B33-8BE0-D56A9561B628}"/>
    <dgm:cxn modelId="{9CBA8C71-B8A9-479C-A4A6-A836D600BF2F}" type="presOf" srcId="{50DE266F-8CBD-4C59-AED8-94D1900D6478}" destId="{122B3C3A-2384-436B-8349-DA31A93D2598}" srcOrd="0" destOrd="0" presId="urn:microsoft.com/office/officeart/2018/2/layout/IconVerticalSolidList"/>
    <dgm:cxn modelId="{CD2F45A8-43EB-4600-BAFC-8841748B96B3}" srcId="{46202D2B-663C-41AD-BC90-DED8A06A5904}" destId="{50DE266F-8CBD-4C59-AED8-94D1900D6478}" srcOrd="1" destOrd="0" parTransId="{28944BD4-F322-4F5B-B213-5BDFE7F4F509}" sibTransId="{8AFC12FC-AB54-4781-AF0E-4CDEDC9A82C2}"/>
    <dgm:cxn modelId="{40ADEFAD-FB22-4408-886A-655767A7FDF0}" type="presOf" srcId="{490EB2A8-221F-4C0B-A69E-DD6D5876C9FE}" destId="{9A5A7FA1-F4D4-4DC1-B5F2-E0C387D53AB4}" srcOrd="0" destOrd="0" presId="urn:microsoft.com/office/officeart/2018/2/layout/IconVerticalSolidList"/>
    <dgm:cxn modelId="{78C661DC-8511-4D2E-A9A0-2305F1DF0D05}" srcId="{46202D2B-663C-41AD-BC90-DED8A06A5904}" destId="{490EB2A8-221F-4C0B-A69E-DD6D5876C9FE}" srcOrd="2" destOrd="0" parTransId="{8041995E-8508-49D1-B5E9-461F74A887EF}" sibTransId="{04E3164F-FF09-4258-AD91-99644B97D9EB}"/>
    <dgm:cxn modelId="{D907F3EF-3FB6-44D2-A3E9-302930E48BF4}" type="presOf" srcId="{896BBE2E-3452-4F45-92A9-FB056AA1A0B3}" destId="{CFEE8C85-3B17-4D9B-945B-68B4D86539FE}" srcOrd="0" destOrd="0" presId="urn:microsoft.com/office/officeart/2018/2/layout/IconVerticalSolidList"/>
    <dgm:cxn modelId="{4D656432-E85B-400F-BAAA-AEA3CC78A74B}" type="presParOf" srcId="{00CEB13C-6BC5-46A2-B120-05578F804281}" destId="{D80F68F1-AC9E-4332-8C0D-C0B499A54120}" srcOrd="0" destOrd="0" presId="urn:microsoft.com/office/officeart/2018/2/layout/IconVerticalSolidList"/>
    <dgm:cxn modelId="{6D6EF584-08E3-4D73-A35E-25DFE53C8CE6}" type="presParOf" srcId="{D80F68F1-AC9E-4332-8C0D-C0B499A54120}" destId="{18C9FBD5-6324-4730-A9FF-E5673AA25396}" srcOrd="0" destOrd="0" presId="urn:microsoft.com/office/officeart/2018/2/layout/IconVerticalSolidList"/>
    <dgm:cxn modelId="{7FC5EB5D-884D-4C89-9F56-C694A25BAF8A}" type="presParOf" srcId="{D80F68F1-AC9E-4332-8C0D-C0B499A54120}" destId="{7D689164-9A6A-4BDB-A9B6-6572287B29D6}" srcOrd="1" destOrd="0" presId="urn:microsoft.com/office/officeart/2018/2/layout/IconVerticalSolidList"/>
    <dgm:cxn modelId="{2588E0EF-3B15-44BB-9F2F-78EED691AC4F}" type="presParOf" srcId="{D80F68F1-AC9E-4332-8C0D-C0B499A54120}" destId="{4C258A92-6F5C-41A5-A0BC-C86C314F757C}" srcOrd="2" destOrd="0" presId="urn:microsoft.com/office/officeart/2018/2/layout/IconVerticalSolidList"/>
    <dgm:cxn modelId="{CFA8BC36-F13D-45AF-8197-FB5B8119F267}" type="presParOf" srcId="{D80F68F1-AC9E-4332-8C0D-C0B499A54120}" destId="{CFEE8C85-3B17-4D9B-945B-68B4D86539FE}" srcOrd="3" destOrd="0" presId="urn:microsoft.com/office/officeart/2018/2/layout/IconVerticalSolidList"/>
    <dgm:cxn modelId="{19276998-3F57-4D9B-9E66-1E574CEEE43F}" type="presParOf" srcId="{00CEB13C-6BC5-46A2-B120-05578F804281}" destId="{0CB33445-DE12-4EB6-A53F-6979344F8D19}" srcOrd="1" destOrd="0" presId="urn:microsoft.com/office/officeart/2018/2/layout/IconVerticalSolidList"/>
    <dgm:cxn modelId="{1FF25A74-C678-46F4-A5F6-72641745BACC}" type="presParOf" srcId="{00CEB13C-6BC5-46A2-B120-05578F804281}" destId="{B0F6B9D9-D2BD-4453-B424-DCAD6BC25D0F}" srcOrd="2" destOrd="0" presId="urn:microsoft.com/office/officeart/2018/2/layout/IconVerticalSolidList"/>
    <dgm:cxn modelId="{44CFBA66-839F-4988-A23E-5FE9B6B4AD81}" type="presParOf" srcId="{B0F6B9D9-D2BD-4453-B424-DCAD6BC25D0F}" destId="{BE10E5B5-D904-4DF8-B543-3AA7EB76A1D7}" srcOrd="0" destOrd="0" presId="urn:microsoft.com/office/officeart/2018/2/layout/IconVerticalSolidList"/>
    <dgm:cxn modelId="{325C8BDE-85C4-4E19-81D3-31969335C033}" type="presParOf" srcId="{B0F6B9D9-D2BD-4453-B424-DCAD6BC25D0F}" destId="{738DAFF5-51C8-4918-82D8-4ADB08260929}" srcOrd="1" destOrd="0" presId="urn:microsoft.com/office/officeart/2018/2/layout/IconVerticalSolidList"/>
    <dgm:cxn modelId="{64168497-F81C-4FA5-AA80-542D049243ED}" type="presParOf" srcId="{B0F6B9D9-D2BD-4453-B424-DCAD6BC25D0F}" destId="{ECA51B9D-AC48-4307-B7FB-E6E70831F065}" srcOrd="2" destOrd="0" presId="urn:microsoft.com/office/officeart/2018/2/layout/IconVerticalSolidList"/>
    <dgm:cxn modelId="{6CED9F91-7159-418F-8FF5-611AA7994165}" type="presParOf" srcId="{B0F6B9D9-D2BD-4453-B424-DCAD6BC25D0F}" destId="{122B3C3A-2384-436B-8349-DA31A93D2598}" srcOrd="3" destOrd="0" presId="urn:microsoft.com/office/officeart/2018/2/layout/IconVerticalSolidList"/>
    <dgm:cxn modelId="{8C813B2E-E696-4D32-918D-6ED38BDA1D74}" type="presParOf" srcId="{00CEB13C-6BC5-46A2-B120-05578F804281}" destId="{90915F03-C55A-45D7-87BD-3A91AB2119BF}" srcOrd="3" destOrd="0" presId="urn:microsoft.com/office/officeart/2018/2/layout/IconVerticalSolidList"/>
    <dgm:cxn modelId="{89E704DF-8FF3-4484-9E3D-422D505FF155}" type="presParOf" srcId="{00CEB13C-6BC5-46A2-B120-05578F804281}" destId="{63260C9C-5AFF-414C-9F3C-7943EA74D7FD}" srcOrd="4" destOrd="0" presId="urn:microsoft.com/office/officeart/2018/2/layout/IconVerticalSolidList"/>
    <dgm:cxn modelId="{C8F6C27B-9B07-4A0C-A87C-8389E68C19F4}" type="presParOf" srcId="{63260C9C-5AFF-414C-9F3C-7943EA74D7FD}" destId="{C594786C-2467-4388-95B1-4D2601BD0F5C}" srcOrd="0" destOrd="0" presId="urn:microsoft.com/office/officeart/2018/2/layout/IconVerticalSolidList"/>
    <dgm:cxn modelId="{6C1C3AC4-F630-41DD-9D1E-557697D49F86}" type="presParOf" srcId="{63260C9C-5AFF-414C-9F3C-7943EA74D7FD}" destId="{DC2CAE1E-5DCB-403B-8768-43A27A16E432}" srcOrd="1" destOrd="0" presId="urn:microsoft.com/office/officeart/2018/2/layout/IconVerticalSolidList"/>
    <dgm:cxn modelId="{47AFB03C-9FFA-4A0E-BB40-989D08E2742C}" type="presParOf" srcId="{63260C9C-5AFF-414C-9F3C-7943EA74D7FD}" destId="{59958284-B3FE-444F-BE26-D0416F2AA52A}" srcOrd="2" destOrd="0" presId="urn:microsoft.com/office/officeart/2018/2/layout/IconVerticalSolidList"/>
    <dgm:cxn modelId="{D5243CE9-6C76-41CE-B0FB-F56946826E5D}" type="presParOf" srcId="{63260C9C-5AFF-414C-9F3C-7943EA74D7FD}" destId="{9A5A7FA1-F4D4-4DC1-B5F2-E0C387D53A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1F52A6-C986-4BC4-BB4B-8D19C25D2B04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503E1AA-0B3A-4381-8A08-A14C4FF75ED6}">
      <dgm:prSet/>
      <dgm:spPr/>
      <dgm:t>
        <a:bodyPr/>
        <a:lstStyle/>
        <a:p>
          <a:r>
            <a:rPr lang="es-CL" b="1"/>
            <a:t>Completado:</a:t>
          </a:r>
          <a:r>
            <a:rPr lang="es-CL"/>
            <a:t> Definición de alcance, ERS, DAS y Plan de Proyecto</a:t>
          </a:r>
          <a:endParaRPr lang="en-US"/>
        </a:p>
      </dgm:t>
    </dgm:pt>
    <dgm:pt modelId="{28C02E42-8DBE-4BFA-8BC9-F20F5E6B9D1B}" type="parTrans" cxnId="{506E0735-C52C-464F-A421-3B18A428824C}">
      <dgm:prSet/>
      <dgm:spPr/>
      <dgm:t>
        <a:bodyPr/>
        <a:lstStyle/>
        <a:p>
          <a:endParaRPr lang="en-US"/>
        </a:p>
      </dgm:t>
    </dgm:pt>
    <dgm:pt modelId="{71B103A9-F384-4169-A109-D7DBB5AB782A}" type="sibTrans" cxnId="{506E0735-C52C-464F-A421-3B18A428824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22E33C7-1EA6-4454-8BD4-415B38816B0B}">
      <dgm:prSet/>
      <dgm:spPr/>
      <dgm:t>
        <a:bodyPr/>
        <a:lstStyle/>
        <a:p>
          <a:r>
            <a:rPr lang="es-CL" b="1"/>
            <a:t>En ejecución: </a:t>
          </a:r>
          <a:r>
            <a:rPr lang="es-CL"/>
            <a:t>Entrenamiento y ajuste fino de los modelos de Machine Learning</a:t>
          </a:r>
          <a:endParaRPr lang="en-US"/>
        </a:p>
      </dgm:t>
    </dgm:pt>
    <dgm:pt modelId="{89694F74-1B10-4B4C-8E33-550DBF457015}" type="parTrans" cxnId="{98A7CBFD-7F6F-4985-9826-261F5CF4DAF1}">
      <dgm:prSet/>
      <dgm:spPr/>
      <dgm:t>
        <a:bodyPr/>
        <a:lstStyle/>
        <a:p>
          <a:endParaRPr lang="en-US"/>
        </a:p>
      </dgm:t>
    </dgm:pt>
    <dgm:pt modelId="{705C902F-D6CC-4EFB-A210-2384C9DE650A}" type="sibTrans" cxnId="{98A7CBFD-7F6F-4985-9826-261F5CF4DAF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9996432-79E4-41F4-9F54-623A6C64118D}">
      <dgm:prSet/>
      <dgm:spPr/>
      <dgm:t>
        <a:bodyPr/>
        <a:lstStyle/>
        <a:p>
          <a:r>
            <a:rPr lang="es-CL" b="1"/>
            <a:t>Pendiente: </a:t>
          </a:r>
          <a:r>
            <a:rPr lang="es-CL"/>
            <a:t>Integración y visualización de resultados</a:t>
          </a:r>
          <a:endParaRPr lang="en-US"/>
        </a:p>
      </dgm:t>
    </dgm:pt>
    <dgm:pt modelId="{EBFA1E77-6373-42F8-9201-0DED81B8A829}" type="parTrans" cxnId="{1A6DB116-8527-47CA-AE86-E00D965FD2C2}">
      <dgm:prSet/>
      <dgm:spPr/>
      <dgm:t>
        <a:bodyPr/>
        <a:lstStyle/>
        <a:p>
          <a:endParaRPr lang="en-US"/>
        </a:p>
      </dgm:t>
    </dgm:pt>
    <dgm:pt modelId="{B32C64D1-B1B0-4A09-BD0E-D50227282518}" type="sibTrans" cxnId="{1A6DB116-8527-47CA-AE86-E00D965FD2C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1303AC3-94BB-4BAE-B84D-FB8C254DE56F}" type="pres">
      <dgm:prSet presAssocID="{741F52A6-C986-4BC4-BB4B-8D19C25D2B04}" presName="Name0" presStyleCnt="0">
        <dgm:presLayoutVars>
          <dgm:animLvl val="lvl"/>
          <dgm:resizeHandles val="exact"/>
        </dgm:presLayoutVars>
      </dgm:prSet>
      <dgm:spPr/>
    </dgm:pt>
    <dgm:pt modelId="{82A8114E-8D76-482B-BF49-7334B78DB250}" type="pres">
      <dgm:prSet presAssocID="{5503E1AA-0B3A-4381-8A08-A14C4FF75ED6}" presName="compositeNode" presStyleCnt="0">
        <dgm:presLayoutVars>
          <dgm:bulletEnabled val="1"/>
        </dgm:presLayoutVars>
      </dgm:prSet>
      <dgm:spPr/>
    </dgm:pt>
    <dgm:pt modelId="{46F72CA2-B2C3-4796-A7E0-56553EF1A3C2}" type="pres">
      <dgm:prSet presAssocID="{5503E1AA-0B3A-4381-8A08-A14C4FF75ED6}" presName="bgRect" presStyleLbl="bgAccFollowNode1" presStyleIdx="0" presStyleCnt="3"/>
      <dgm:spPr/>
    </dgm:pt>
    <dgm:pt modelId="{0735BB60-5DBE-431D-96B9-CD6B0E3DC6F5}" type="pres">
      <dgm:prSet presAssocID="{71B103A9-F384-4169-A109-D7DBB5AB782A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75CF4DFC-6619-467E-BD3F-7CCB77B962A7}" type="pres">
      <dgm:prSet presAssocID="{5503E1AA-0B3A-4381-8A08-A14C4FF75ED6}" presName="bottomLine" presStyleLbl="alignNode1" presStyleIdx="1" presStyleCnt="6">
        <dgm:presLayoutVars/>
      </dgm:prSet>
      <dgm:spPr/>
    </dgm:pt>
    <dgm:pt modelId="{51040E58-C4F9-44E8-A84E-5F700423127A}" type="pres">
      <dgm:prSet presAssocID="{5503E1AA-0B3A-4381-8A08-A14C4FF75ED6}" presName="nodeText" presStyleLbl="bgAccFollowNode1" presStyleIdx="0" presStyleCnt="3">
        <dgm:presLayoutVars>
          <dgm:bulletEnabled val="1"/>
        </dgm:presLayoutVars>
      </dgm:prSet>
      <dgm:spPr/>
    </dgm:pt>
    <dgm:pt modelId="{C886D033-EED6-4F96-8D3B-84BCC24BE3C3}" type="pres">
      <dgm:prSet presAssocID="{71B103A9-F384-4169-A109-D7DBB5AB782A}" presName="sibTrans" presStyleCnt="0"/>
      <dgm:spPr/>
    </dgm:pt>
    <dgm:pt modelId="{B2F289FD-DAC9-4FD9-87CF-3F689B21EAA4}" type="pres">
      <dgm:prSet presAssocID="{422E33C7-1EA6-4454-8BD4-415B38816B0B}" presName="compositeNode" presStyleCnt="0">
        <dgm:presLayoutVars>
          <dgm:bulletEnabled val="1"/>
        </dgm:presLayoutVars>
      </dgm:prSet>
      <dgm:spPr/>
    </dgm:pt>
    <dgm:pt modelId="{DECE5553-22B4-4D35-B686-8BDDA6211E5A}" type="pres">
      <dgm:prSet presAssocID="{422E33C7-1EA6-4454-8BD4-415B38816B0B}" presName="bgRect" presStyleLbl="bgAccFollowNode1" presStyleIdx="1" presStyleCnt="3"/>
      <dgm:spPr/>
    </dgm:pt>
    <dgm:pt modelId="{19AE8449-663D-42BC-9D14-DB0F360DA94D}" type="pres">
      <dgm:prSet presAssocID="{705C902F-D6CC-4EFB-A210-2384C9DE650A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B75F138E-C825-4420-A213-28BBEA7D5A25}" type="pres">
      <dgm:prSet presAssocID="{422E33C7-1EA6-4454-8BD4-415B38816B0B}" presName="bottomLine" presStyleLbl="alignNode1" presStyleIdx="3" presStyleCnt="6">
        <dgm:presLayoutVars/>
      </dgm:prSet>
      <dgm:spPr/>
    </dgm:pt>
    <dgm:pt modelId="{F749B844-9264-438B-ADBF-81284CD09214}" type="pres">
      <dgm:prSet presAssocID="{422E33C7-1EA6-4454-8BD4-415B38816B0B}" presName="nodeText" presStyleLbl="bgAccFollowNode1" presStyleIdx="1" presStyleCnt="3">
        <dgm:presLayoutVars>
          <dgm:bulletEnabled val="1"/>
        </dgm:presLayoutVars>
      </dgm:prSet>
      <dgm:spPr/>
    </dgm:pt>
    <dgm:pt modelId="{D19D3EF8-4103-44C0-99A7-67037B3315C5}" type="pres">
      <dgm:prSet presAssocID="{705C902F-D6CC-4EFB-A210-2384C9DE650A}" presName="sibTrans" presStyleCnt="0"/>
      <dgm:spPr/>
    </dgm:pt>
    <dgm:pt modelId="{9A1FD44A-C186-4E4D-915E-68E8D9E05CD1}" type="pres">
      <dgm:prSet presAssocID="{C9996432-79E4-41F4-9F54-623A6C64118D}" presName="compositeNode" presStyleCnt="0">
        <dgm:presLayoutVars>
          <dgm:bulletEnabled val="1"/>
        </dgm:presLayoutVars>
      </dgm:prSet>
      <dgm:spPr/>
    </dgm:pt>
    <dgm:pt modelId="{78E67BCB-2EA9-4F83-A167-E6A7AF288274}" type="pres">
      <dgm:prSet presAssocID="{C9996432-79E4-41F4-9F54-623A6C64118D}" presName="bgRect" presStyleLbl="bgAccFollowNode1" presStyleIdx="2" presStyleCnt="3"/>
      <dgm:spPr/>
    </dgm:pt>
    <dgm:pt modelId="{A6B59D12-D6CF-4C65-B74E-281C01350D9A}" type="pres">
      <dgm:prSet presAssocID="{B32C64D1-B1B0-4A09-BD0E-D50227282518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B0242743-81A4-42C4-B393-15241A9F76AC}" type="pres">
      <dgm:prSet presAssocID="{C9996432-79E4-41F4-9F54-623A6C64118D}" presName="bottomLine" presStyleLbl="alignNode1" presStyleIdx="5" presStyleCnt="6">
        <dgm:presLayoutVars/>
      </dgm:prSet>
      <dgm:spPr/>
    </dgm:pt>
    <dgm:pt modelId="{B8434C89-7A57-42AE-94EA-CAAF70EB176C}" type="pres">
      <dgm:prSet presAssocID="{C9996432-79E4-41F4-9F54-623A6C64118D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50C1DC09-D767-46ED-8BFD-092701322F9E}" type="presOf" srcId="{422E33C7-1EA6-4454-8BD4-415B38816B0B}" destId="{F749B844-9264-438B-ADBF-81284CD09214}" srcOrd="1" destOrd="0" presId="urn:microsoft.com/office/officeart/2016/7/layout/BasicLinearProcessNumbered"/>
    <dgm:cxn modelId="{C597D215-4030-4249-81BF-9DE73C469DB8}" type="presOf" srcId="{B32C64D1-B1B0-4A09-BD0E-D50227282518}" destId="{A6B59D12-D6CF-4C65-B74E-281C01350D9A}" srcOrd="0" destOrd="0" presId="urn:microsoft.com/office/officeart/2016/7/layout/BasicLinearProcessNumbered"/>
    <dgm:cxn modelId="{1A6DB116-8527-47CA-AE86-E00D965FD2C2}" srcId="{741F52A6-C986-4BC4-BB4B-8D19C25D2B04}" destId="{C9996432-79E4-41F4-9F54-623A6C64118D}" srcOrd="2" destOrd="0" parTransId="{EBFA1E77-6373-42F8-9201-0DED81B8A829}" sibTransId="{B32C64D1-B1B0-4A09-BD0E-D50227282518}"/>
    <dgm:cxn modelId="{506E0735-C52C-464F-A421-3B18A428824C}" srcId="{741F52A6-C986-4BC4-BB4B-8D19C25D2B04}" destId="{5503E1AA-0B3A-4381-8A08-A14C4FF75ED6}" srcOrd="0" destOrd="0" parTransId="{28C02E42-8DBE-4BFA-8BC9-F20F5E6B9D1B}" sibTransId="{71B103A9-F384-4169-A109-D7DBB5AB782A}"/>
    <dgm:cxn modelId="{4A531757-40FF-4C17-8A96-8858FEEB2D10}" type="presOf" srcId="{C9996432-79E4-41F4-9F54-623A6C64118D}" destId="{B8434C89-7A57-42AE-94EA-CAAF70EB176C}" srcOrd="1" destOrd="0" presId="urn:microsoft.com/office/officeart/2016/7/layout/BasicLinearProcessNumbered"/>
    <dgm:cxn modelId="{041B5C7E-F87F-4CCA-A286-1603C5A9E089}" type="presOf" srcId="{741F52A6-C986-4BC4-BB4B-8D19C25D2B04}" destId="{21303AC3-94BB-4BAE-B84D-FB8C254DE56F}" srcOrd="0" destOrd="0" presId="urn:microsoft.com/office/officeart/2016/7/layout/BasicLinearProcessNumbered"/>
    <dgm:cxn modelId="{362CDD8E-33DC-4856-963F-E4CC5FD6E918}" type="presOf" srcId="{422E33C7-1EA6-4454-8BD4-415B38816B0B}" destId="{DECE5553-22B4-4D35-B686-8BDDA6211E5A}" srcOrd="0" destOrd="0" presId="urn:microsoft.com/office/officeart/2016/7/layout/BasicLinearProcessNumbered"/>
    <dgm:cxn modelId="{6A219992-B4FB-4A9F-A6AC-38F2C7265BB4}" type="presOf" srcId="{5503E1AA-0B3A-4381-8A08-A14C4FF75ED6}" destId="{46F72CA2-B2C3-4796-A7E0-56553EF1A3C2}" srcOrd="0" destOrd="0" presId="urn:microsoft.com/office/officeart/2016/7/layout/BasicLinearProcessNumbered"/>
    <dgm:cxn modelId="{AA51189F-E417-424E-8C69-8878CE2DD95F}" type="presOf" srcId="{705C902F-D6CC-4EFB-A210-2384C9DE650A}" destId="{19AE8449-663D-42BC-9D14-DB0F360DA94D}" srcOrd="0" destOrd="0" presId="urn:microsoft.com/office/officeart/2016/7/layout/BasicLinearProcessNumbered"/>
    <dgm:cxn modelId="{799C57AA-B525-471E-A463-AD9C9C11EA08}" type="presOf" srcId="{C9996432-79E4-41F4-9F54-623A6C64118D}" destId="{78E67BCB-2EA9-4F83-A167-E6A7AF288274}" srcOrd="0" destOrd="0" presId="urn:microsoft.com/office/officeart/2016/7/layout/BasicLinearProcessNumbered"/>
    <dgm:cxn modelId="{42D2C1BD-D0CA-4B75-9B76-C51A19905568}" type="presOf" srcId="{5503E1AA-0B3A-4381-8A08-A14C4FF75ED6}" destId="{51040E58-C4F9-44E8-A84E-5F700423127A}" srcOrd="1" destOrd="0" presId="urn:microsoft.com/office/officeart/2016/7/layout/BasicLinearProcessNumbered"/>
    <dgm:cxn modelId="{E508B9EC-D51C-4AE5-A8FC-CE4FC18218BB}" type="presOf" srcId="{71B103A9-F384-4169-A109-D7DBB5AB782A}" destId="{0735BB60-5DBE-431D-96B9-CD6B0E3DC6F5}" srcOrd="0" destOrd="0" presId="urn:microsoft.com/office/officeart/2016/7/layout/BasicLinearProcessNumbered"/>
    <dgm:cxn modelId="{98A7CBFD-7F6F-4985-9826-261F5CF4DAF1}" srcId="{741F52A6-C986-4BC4-BB4B-8D19C25D2B04}" destId="{422E33C7-1EA6-4454-8BD4-415B38816B0B}" srcOrd="1" destOrd="0" parTransId="{89694F74-1B10-4B4C-8E33-550DBF457015}" sibTransId="{705C902F-D6CC-4EFB-A210-2384C9DE650A}"/>
    <dgm:cxn modelId="{5AA52E8F-578C-43E3-9FF7-A63B33D7B405}" type="presParOf" srcId="{21303AC3-94BB-4BAE-B84D-FB8C254DE56F}" destId="{82A8114E-8D76-482B-BF49-7334B78DB250}" srcOrd="0" destOrd="0" presId="urn:microsoft.com/office/officeart/2016/7/layout/BasicLinearProcessNumbered"/>
    <dgm:cxn modelId="{A62634BA-A724-4B98-BB9A-06A53BAB4B2A}" type="presParOf" srcId="{82A8114E-8D76-482B-BF49-7334B78DB250}" destId="{46F72CA2-B2C3-4796-A7E0-56553EF1A3C2}" srcOrd="0" destOrd="0" presId="urn:microsoft.com/office/officeart/2016/7/layout/BasicLinearProcessNumbered"/>
    <dgm:cxn modelId="{00EA39EE-F6A8-46D4-8A6A-DCBB7F9A3128}" type="presParOf" srcId="{82A8114E-8D76-482B-BF49-7334B78DB250}" destId="{0735BB60-5DBE-431D-96B9-CD6B0E3DC6F5}" srcOrd="1" destOrd="0" presId="urn:microsoft.com/office/officeart/2016/7/layout/BasicLinearProcessNumbered"/>
    <dgm:cxn modelId="{9B1A6CEC-5921-4D12-8F1A-40EA37CAFC4A}" type="presParOf" srcId="{82A8114E-8D76-482B-BF49-7334B78DB250}" destId="{75CF4DFC-6619-467E-BD3F-7CCB77B962A7}" srcOrd="2" destOrd="0" presId="urn:microsoft.com/office/officeart/2016/7/layout/BasicLinearProcessNumbered"/>
    <dgm:cxn modelId="{50017A6E-B1C0-45FC-98FD-7BCBD9A0B6F3}" type="presParOf" srcId="{82A8114E-8D76-482B-BF49-7334B78DB250}" destId="{51040E58-C4F9-44E8-A84E-5F700423127A}" srcOrd="3" destOrd="0" presId="urn:microsoft.com/office/officeart/2016/7/layout/BasicLinearProcessNumbered"/>
    <dgm:cxn modelId="{572A8E5F-B9B1-4AA9-8BD9-39066A8FB22D}" type="presParOf" srcId="{21303AC3-94BB-4BAE-B84D-FB8C254DE56F}" destId="{C886D033-EED6-4F96-8D3B-84BCC24BE3C3}" srcOrd="1" destOrd="0" presId="urn:microsoft.com/office/officeart/2016/7/layout/BasicLinearProcessNumbered"/>
    <dgm:cxn modelId="{EA129518-BB03-40D2-96CA-88CCD4F9BDDE}" type="presParOf" srcId="{21303AC3-94BB-4BAE-B84D-FB8C254DE56F}" destId="{B2F289FD-DAC9-4FD9-87CF-3F689B21EAA4}" srcOrd="2" destOrd="0" presId="urn:microsoft.com/office/officeart/2016/7/layout/BasicLinearProcessNumbered"/>
    <dgm:cxn modelId="{1182AD8C-CC86-4D9F-8BC1-39BD9294FECD}" type="presParOf" srcId="{B2F289FD-DAC9-4FD9-87CF-3F689B21EAA4}" destId="{DECE5553-22B4-4D35-B686-8BDDA6211E5A}" srcOrd="0" destOrd="0" presId="urn:microsoft.com/office/officeart/2016/7/layout/BasicLinearProcessNumbered"/>
    <dgm:cxn modelId="{B54A623A-B140-429D-802A-1113FC04C129}" type="presParOf" srcId="{B2F289FD-DAC9-4FD9-87CF-3F689B21EAA4}" destId="{19AE8449-663D-42BC-9D14-DB0F360DA94D}" srcOrd="1" destOrd="0" presId="urn:microsoft.com/office/officeart/2016/7/layout/BasicLinearProcessNumbered"/>
    <dgm:cxn modelId="{519FFDE9-7050-4C82-A5B9-43DF0350DEAA}" type="presParOf" srcId="{B2F289FD-DAC9-4FD9-87CF-3F689B21EAA4}" destId="{B75F138E-C825-4420-A213-28BBEA7D5A25}" srcOrd="2" destOrd="0" presId="urn:microsoft.com/office/officeart/2016/7/layout/BasicLinearProcessNumbered"/>
    <dgm:cxn modelId="{167598C3-FD1E-4BD6-80BE-36564DFF9C74}" type="presParOf" srcId="{B2F289FD-DAC9-4FD9-87CF-3F689B21EAA4}" destId="{F749B844-9264-438B-ADBF-81284CD09214}" srcOrd="3" destOrd="0" presId="urn:microsoft.com/office/officeart/2016/7/layout/BasicLinearProcessNumbered"/>
    <dgm:cxn modelId="{DB1C7752-7011-476D-ACE0-6F0F81A76729}" type="presParOf" srcId="{21303AC3-94BB-4BAE-B84D-FB8C254DE56F}" destId="{D19D3EF8-4103-44C0-99A7-67037B3315C5}" srcOrd="3" destOrd="0" presId="urn:microsoft.com/office/officeart/2016/7/layout/BasicLinearProcessNumbered"/>
    <dgm:cxn modelId="{83445E37-19C1-4C77-A97F-25A8A9B8B782}" type="presParOf" srcId="{21303AC3-94BB-4BAE-B84D-FB8C254DE56F}" destId="{9A1FD44A-C186-4E4D-915E-68E8D9E05CD1}" srcOrd="4" destOrd="0" presId="urn:microsoft.com/office/officeart/2016/7/layout/BasicLinearProcessNumbered"/>
    <dgm:cxn modelId="{7A85503F-56E0-435B-96F5-516908FB1003}" type="presParOf" srcId="{9A1FD44A-C186-4E4D-915E-68E8D9E05CD1}" destId="{78E67BCB-2EA9-4F83-A167-E6A7AF288274}" srcOrd="0" destOrd="0" presId="urn:microsoft.com/office/officeart/2016/7/layout/BasicLinearProcessNumbered"/>
    <dgm:cxn modelId="{2BD1E697-8A14-49F5-A1CD-A8FEA0DAD672}" type="presParOf" srcId="{9A1FD44A-C186-4E4D-915E-68E8D9E05CD1}" destId="{A6B59D12-D6CF-4C65-B74E-281C01350D9A}" srcOrd="1" destOrd="0" presId="urn:microsoft.com/office/officeart/2016/7/layout/BasicLinearProcessNumbered"/>
    <dgm:cxn modelId="{CC567578-9D76-4AAA-8CDA-253087632A68}" type="presParOf" srcId="{9A1FD44A-C186-4E4D-915E-68E8D9E05CD1}" destId="{B0242743-81A4-42C4-B393-15241A9F76AC}" srcOrd="2" destOrd="0" presId="urn:microsoft.com/office/officeart/2016/7/layout/BasicLinearProcessNumbered"/>
    <dgm:cxn modelId="{94B8071A-3D5C-4480-9622-212F424C9872}" type="presParOf" srcId="{9A1FD44A-C186-4E4D-915E-68E8D9E05CD1}" destId="{B8434C89-7A57-42AE-94EA-CAAF70EB176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EBCAD2-1A1F-4B08-B193-4EACED9B1EE4}">
      <dsp:nvSpPr>
        <dsp:cNvPr id="0" name=""/>
        <dsp:cNvSpPr/>
      </dsp:nvSpPr>
      <dsp:spPr>
        <a:xfrm>
          <a:off x="0" y="2243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7E1E60-B15E-480D-B5D9-5FAAEB11D319}">
      <dsp:nvSpPr>
        <dsp:cNvPr id="0" name=""/>
        <dsp:cNvSpPr/>
      </dsp:nvSpPr>
      <dsp:spPr>
        <a:xfrm>
          <a:off x="0" y="2243"/>
          <a:ext cx="10653579" cy="1529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100" b="1" kern="1200" dirty="0"/>
            <a:t>El Problema: </a:t>
          </a:r>
          <a:r>
            <a:rPr lang="es-CL" sz="3100" kern="1200" dirty="0"/>
            <a:t>El cáncer de mama requiere detección ultra temprana para mejorar el pronóstico</a:t>
          </a:r>
          <a:endParaRPr lang="en-US" sz="3100" kern="1200" dirty="0"/>
        </a:p>
      </dsp:txBody>
      <dsp:txXfrm>
        <a:off x="0" y="2243"/>
        <a:ext cx="10653579" cy="1529780"/>
      </dsp:txXfrm>
    </dsp:sp>
    <dsp:sp modelId="{EAD06EB9-A3D8-4394-8905-58731C136656}">
      <dsp:nvSpPr>
        <dsp:cNvPr id="0" name=""/>
        <dsp:cNvSpPr/>
      </dsp:nvSpPr>
      <dsp:spPr>
        <a:xfrm>
          <a:off x="0" y="1532023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4C3745-12EF-425B-B906-C154A5B0A6DE}">
      <dsp:nvSpPr>
        <dsp:cNvPr id="0" name=""/>
        <dsp:cNvSpPr/>
      </dsp:nvSpPr>
      <dsp:spPr>
        <a:xfrm>
          <a:off x="0" y="1532023"/>
          <a:ext cx="10653579" cy="1529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100" b="1" kern="1200" dirty="0"/>
            <a:t>La Solución: </a:t>
          </a:r>
          <a:r>
            <a:rPr lang="es-CL" sz="3100" kern="1200" dirty="0"/>
            <a:t>Un sistema que procesa datos morfológicos de tumores para apoyar la decisión médica</a:t>
          </a:r>
          <a:endParaRPr lang="en-US" sz="3100" kern="1200" dirty="0"/>
        </a:p>
      </dsp:txBody>
      <dsp:txXfrm>
        <a:off x="0" y="1532023"/>
        <a:ext cx="10653579" cy="1529780"/>
      </dsp:txXfrm>
    </dsp:sp>
    <dsp:sp modelId="{72482041-0B56-4DFA-8BD6-0922485126F3}">
      <dsp:nvSpPr>
        <dsp:cNvPr id="0" name=""/>
        <dsp:cNvSpPr/>
      </dsp:nvSpPr>
      <dsp:spPr>
        <a:xfrm>
          <a:off x="0" y="3061804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5FCD9-A592-49CC-B61A-8CDFF7E4352C}">
      <dsp:nvSpPr>
        <dsp:cNvPr id="0" name=""/>
        <dsp:cNvSpPr/>
      </dsp:nvSpPr>
      <dsp:spPr>
        <a:xfrm>
          <a:off x="0" y="3061804"/>
          <a:ext cx="10653579" cy="1529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100" b="1" kern="1200" dirty="0"/>
            <a:t>Métrica Crítica: </a:t>
          </a:r>
          <a:r>
            <a:rPr lang="es-CL" sz="3100" kern="1200" dirty="0"/>
            <a:t>El proyecto se centra en optimizar el Recall (&gt;90%) para no ignorar casos malignos</a:t>
          </a:r>
          <a:endParaRPr lang="en-US" sz="3100" kern="1200" dirty="0"/>
        </a:p>
      </dsp:txBody>
      <dsp:txXfrm>
        <a:off x="0" y="3061804"/>
        <a:ext cx="10653579" cy="15297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E038B2-068C-47FB-B87A-DDA671073D47}">
      <dsp:nvSpPr>
        <dsp:cNvPr id="0" name=""/>
        <dsp:cNvSpPr/>
      </dsp:nvSpPr>
      <dsp:spPr>
        <a:xfrm>
          <a:off x="0" y="0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51EC7-F0E8-4AD4-995D-FA0204AC7012}">
      <dsp:nvSpPr>
        <dsp:cNvPr id="0" name=""/>
        <dsp:cNvSpPr/>
      </dsp:nvSpPr>
      <dsp:spPr>
        <a:xfrm>
          <a:off x="0" y="0"/>
          <a:ext cx="5181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100" b="1" kern="1200"/>
            <a:t>General</a:t>
          </a:r>
          <a:endParaRPr lang="en-US" sz="3100" kern="1200"/>
        </a:p>
      </dsp:txBody>
      <dsp:txXfrm>
        <a:off x="0" y="0"/>
        <a:ext cx="5181600" cy="2175669"/>
      </dsp:txXfrm>
    </dsp:sp>
    <dsp:sp modelId="{4E095047-D383-4D99-B544-690BF2269F8D}">
      <dsp:nvSpPr>
        <dsp:cNvPr id="0" name=""/>
        <dsp:cNvSpPr/>
      </dsp:nvSpPr>
      <dsp:spPr>
        <a:xfrm>
          <a:off x="0" y="2175669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31BD9-0420-48F4-9E5E-F8EFF0934BA8}">
      <dsp:nvSpPr>
        <dsp:cNvPr id="0" name=""/>
        <dsp:cNvSpPr/>
      </dsp:nvSpPr>
      <dsp:spPr>
        <a:xfrm>
          <a:off x="0" y="2175669"/>
          <a:ext cx="5181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100" kern="1200" dirty="0"/>
            <a:t>Desarrollar el sistema de apoyo al diagnóstico mediante modelos predictivos</a:t>
          </a:r>
          <a:endParaRPr lang="en-US" sz="3100" kern="1200" dirty="0"/>
        </a:p>
      </dsp:txBody>
      <dsp:txXfrm>
        <a:off x="0" y="2175669"/>
        <a:ext cx="5181600" cy="21756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C9FBD5-6324-4730-A9FF-E5673AA25396}">
      <dsp:nvSpPr>
        <dsp:cNvPr id="0" name=""/>
        <dsp:cNvSpPr/>
      </dsp:nvSpPr>
      <dsp:spPr>
        <a:xfrm>
          <a:off x="0" y="560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89164-9A6A-4BDB-A9B6-6572287B29D6}">
      <dsp:nvSpPr>
        <dsp:cNvPr id="0" name=""/>
        <dsp:cNvSpPr/>
      </dsp:nvSpPr>
      <dsp:spPr>
        <a:xfrm>
          <a:off x="396941" y="295806"/>
          <a:ext cx="721711" cy="7217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E8C85-3B17-4D9B-945B-68B4D86539FE}">
      <dsp:nvSpPr>
        <dsp:cNvPr id="0" name=""/>
        <dsp:cNvSpPr/>
      </dsp:nvSpPr>
      <dsp:spPr>
        <a:xfrm>
          <a:off x="1515593" y="560"/>
          <a:ext cx="913798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/>
            <a:t>Modelo: Cascada (Waterfall)</a:t>
          </a:r>
          <a:endParaRPr lang="en-US" sz="2400" kern="1200"/>
        </a:p>
      </dsp:txBody>
      <dsp:txXfrm>
        <a:off x="1515593" y="560"/>
        <a:ext cx="9137985" cy="1312201"/>
      </dsp:txXfrm>
    </dsp:sp>
    <dsp:sp modelId="{BE10E5B5-D904-4DF8-B543-3AA7EB76A1D7}">
      <dsp:nvSpPr>
        <dsp:cNvPr id="0" name=""/>
        <dsp:cNvSpPr/>
      </dsp:nvSpPr>
      <dsp:spPr>
        <a:xfrm>
          <a:off x="0" y="1640813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8DAFF5-51C8-4918-82D8-4ADB08260929}">
      <dsp:nvSpPr>
        <dsp:cNvPr id="0" name=""/>
        <dsp:cNvSpPr/>
      </dsp:nvSpPr>
      <dsp:spPr>
        <a:xfrm>
          <a:off x="396941" y="1936058"/>
          <a:ext cx="721711" cy="7217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2B3C3A-2384-436B-8349-DA31A93D2598}">
      <dsp:nvSpPr>
        <dsp:cNvPr id="0" name=""/>
        <dsp:cNvSpPr/>
      </dsp:nvSpPr>
      <dsp:spPr>
        <a:xfrm>
          <a:off x="1515593" y="1640813"/>
          <a:ext cx="913798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/>
            <a:t>Justificación: Al ser un proyecto individual, permite asegurar la calidad de los requisitos y el diseño antes de la codificación</a:t>
          </a:r>
          <a:endParaRPr lang="en-US" sz="2400" kern="1200"/>
        </a:p>
      </dsp:txBody>
      <dsp:txXfrm>
        <a:off x="1515593" y="1640813"/>
        <a:ext cx="9137985" cy="1312201"/>
      </dsp:txXfrm>
    </dsp:sp>
    <dsp:sp modelId="{C594786C-2467-4388-95B1-4D2601BD0F5C}">
      <dsp:nvSpPr>
        <dsp:cNvPr id="0" name=""/>
        <dsp:cNvSpPr/>
      </dsp:nvSpPr>
      <dsp:spPr>
        <a:xfrm>
          <a:off x="0" y="3281065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2CAE1E-5DCB-403B-8768-43A27A16E432}">
      <dsp:nvSpPr>
        <dsp:cNvPr id="0" name=""/>
        <dsp:cNvSpPr/>
      </dsp:nvSpPr>
      <dsp:spPr>
        <a:xfrm>
          <a:off x="396941" y="3576310"/>
          <a:ext cx="721711" cy="7217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A7FA1-F4D4-4DC1-B5F2-E0C387D53AB4}">
      <dsp:nvSpPr>
        <dsp:cNvPr id="0" name=""/>
        <dsp:cNvSpPr/>
      </dsp:nvSpPr>
      <dsp:spPr>
        <a:xfrm>
          <a:off x="1515593" y="3281065"/>
          <a:ext cx="913798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/>
            <a:t>Estado: Fase de Diseño (100%) y Fase de Construcción (Iniciada)</a:t>
          </a:r>
          <a:endParaRPr lang="en-US" sz="2400" kern="1200"/>
        </a:p>
      </dsp:txBody>
      <dsp:txXfrm>
        <a:off x="1515593" y="3281065"/>
        <a:ext cx="9137985" cy="13122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F72CA2-B2C3-4796-A7E0-56553EF1A3C2}">
      <dsp:nvSpPr>
        <dsp:cNvPr id="0" name=""/>
        <dsp:cNvSpPr/>
      </dsp:nvSpPr>
      <dsp:spPr>
        <a:xfrm>
          <a:off x="0" y="30289"/>
          <a:ext cx="2863215" cy="40085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227" tIns="330200" rIns="22322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b="1" kern="1200"/>
            <a:t>Completado:</a:t>
          </a:r>
          <a:r>
            <a:rPr lang="es-CL" sz="2200" kern="1200"/>
            <a:t> Definición de alcance, ERS, DAS y Plan de Proyecto</a:t>
          </a:r>
          <a:endParaRPr lang="en-US" sz="2200" kern="1200"/>
        </a:p>
      </dsp:txBody>
      <dsp:txXfrm>
        <a:off x="0" y="1553519"/>
        <a:ext cx="2863215" cy="2405100"/>
      </dsp:txXfrm>
    </dsp:sp>
    <dsp:sp modelId="{0735BB60-5DBE-431D-96B9-CD6B0E3DC6F5}">
      <dsp:nvSpPr>
        <dsp:cNvPr id="0" name=""/>
        <dsp:cNvSpPr/>
      </dsp:nvSpPr>
      <dsp:spPr>
        <a:xfrm>
          <a:off x="830332" y="431139"/>
          <a:ext cx="1202550" cy="12025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755" tIns="12700" rIns="9375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006441" y="607248"/>
        <a:ext cx="850332" cy="850332"/>
      </dsp:txXfrm>
    </dsp:sp>
    <dsp:sp modelId="{75CF4DFC-6619-467E-BD3F-7CCB77B962A7}">
      <dsp:nvSpPr>
        <dsp:cNvPr id="0" name=""/>
        <dsp:cNvSpPr/>
      </dsp:nvSpPr>
      <dsp:spPr>
        <a:xfrm>
          <a:off x="0" y="4038718"/>
          <a:ext cx="286321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E5553-22B4-4D35-B686-8BDDA6211E5A}">
      <dsp:nvSpPr>
        <dsp:cNvPr id="0" name=""/>
        <dsp:cNvSpPr/>
      </dsp:nvSpPr>
      <dsp:spPr>
        <a:xfrm>
          <a:off x="3149536" y="30289"/>
          <a:ext cx="2863215" cy="40085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227" tIns="330200" rIns="22322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b="1" kern="1200"/>
            <a:t>En ejecución: </a:t>
          </a:r>
          <a:r>
            <a:rPr lang="es-CL" sz="2200" kern="1200"/>
            <a:t>Entrenamiento y ajuste fino de los modelos de Machine Learning</a:t>
          </a:r>
          <a:endParaRPr lang="en-US" sz="2200" kern="1200"/>
        </a:p>
      </dsp:txBody>
      <dsp:txXfrm>
        <a:off x="3149536" y="1553519"/>
        <a:ext cx="2863215" cy="2405100"/>
      </dsp:txXfrm>
    </dsp:sp>
    <dsp:sp modelId="{19AE8449-663D-42BC-9D14-DB0F360DA94D}">
      <dsp:nvSpPr>
        <dsp:cNvPr id="0" name=""/>
        <dsp:cNvSpPr/>
      </dsp:nvSpPr>
      <dsp:spPr>
        <a:xfrm>
          <a:off x="3979868" y="431139"/>
          <a:ext cx="1202550" cy="12025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755" tIns="12700" rIns="9375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155977" y="607248"/>
        <a:ext cx="850332" cy="850332"/>
      </dsp:txXfrm>
    </dsp:sp>
    <dsp:sp modelId="{B75F138E-C825-4420-A213-28BBEA7D5A25}">
      <dsp:nvSpPr>
        <dsp:cNvPr id="0" name=""/>
        <dsp:cNvSpPr/>
      </dsp:nvSpPr>
      <dsp:spPr>
        <a:xfrm>
          <a:off x="3149536" y="4038718"/>
          <a:ext cx="286321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E67BCB-2EA9-4F83-A167-E6A7AF288274}">
      <dsp:nvSpPr>
        <dsp:cNvPr id="0" name=""/>
        <dsp:cNvSpPr/>
      </dsp:nvSpPr>
      <dsp:spPr>
        <a:xfrm>
          <a:off x="6299072" y="30289"/>
          <a:ext cx="2863215" cy="40085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227" tIns="330200" rIns="22322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b="1" kern="1200"/>
            <a:t>Pendiente: </a:t>
          </a:r>
          <a:r>
            <a:rPr lang="es-CL" sz="2200" kern="1200"/>
            <a:t>Integración y visualización de resultados</a:t>
          </a:r>
          <a:endParaRPr lang="en-US" sz="2200" kern="1200"/>
        </a:p>
      </dsp:txBody>
      <dsp:txXfrm>
        <a:off x="6299072" y="1553519"/>
        <a:ext cx="2863215" cy="2405100"/>
      </dsp:txXfrm>
    </dsp:sp>
    <dsp:sp modelId="{A6B59D12-D6CF-4C65-B74E-281C01350D9A}">
      <dsp:nvSpPr>
        <dsp:cNvPr id="0" name=""/>
        <dsp:cNvSpPr/>
      </dsp:nvSpPr>
      <dsp:spPr>
        <a:xfrm>
          <a:off x="7129405" y="431139"/>
          <a:ext cx="1202550" cy="120255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755" tIns="12700" rIns="9375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7305514" y="607248"/>
        <a:ext cx="850332" cy="850332"/>
      </dsp:txXfrm>
    </dsp:sp>
    <dsp:sp modelId="{B0242743-81A4-42C4-B393-15241A9F76AC}">
      <dsp:nvSpPr>
        <dsp:cNvPr id="0" name=""/>
        <dsp:cNvSpPr/>
      </dsp:nvSpPr>
      <dsp:spPr>
        <a:xfrm>
          <a:off x="6299072" y="4038718"/>
          <a:ext cx="286321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78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15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8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46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246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5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3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14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1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8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5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64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1C4957-D744-3B74-E8AA-CAD6B86B5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s-CL" sz="3400"/>
              <a:t>Sistema de Apoyo al Diagnóstico Temprano de Cáncer de Mama mediante Modelos Predictivos de Machine Learning.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30E603-CF3A-B8F1-F77F-E5A657A74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7"/>
            <a:ext cx="4206240" cy="1184584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es-CL" sz="1700" dirty="0"/>
              <a:t>Presenta: Karla A. Bravo</a:t>
            </a:r>
          </a:p>
          <a:p>
            <a:pPr algn="l">
              <a:lnSpc>
                <a:spcPct val="110000"/>
              </a:lnSpc>
            </a:pPr>
            <a:r>
              <a:rPr lang="es-CL" sz="1700" dirty="0"/>
              <a:t>Carrera: Ingeniería en Informática</a:t>
            </a:r>
          </a:p>
          <a:p>
            <a:pPr algn="l">
              <a:lnSpc>
                <a:spcPct val="110000"/>
              </a:lnSpc>
            </a:pPr>
            <a:r>
              <a:rPr lang="es-CL" sz="1700" dirty="0"/>
              <a:t>Hito: Presentación de Avance Fase 2</a:t>
            </a:r>
          </a:p>
        </p:txBody>
      </p:sp>
      <p:pic>
        <p:nvPicPr>
          <p:cNvPr id="4" name="Picture 3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72F3B41A-D8A4-2D62-D3DB-B63E5F7D3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18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15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AD7C4-7F1D-C3A9-616B-ECD49E71A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 y Relevancia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C0BE374-7602-C09A-4F8E-814EB4CE89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1055666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3680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40AAF-10A9-983F-7C93-59B71DBC2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Objetivos del Proyecto</a:t>
            </a:r>
          </a:p>
        </p:txBody>
      </p:sp>
      <p:graphicFrame>
        <p:nvGraphicFramePr>
          <p:cNvPr id="7" name="Marcador de contenido 3">
            <a:extLst>
              <a:ext uri="{FF2B5EF4-FFF2-40B4-BE49-F238E27FC236}">
                <a16:creationId xmlns:a16="http://schemas.microsoft.com/office/drawing/2014/main" id="{521E0768-1C46-EE51-9000-93308FD33C8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15360179"/>
              </p:ext>
            </p:extLst>
          </p:nvPr>
        </p:nvGraphicFramePr>
        <p:xfrm>
          <a:off x="612648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EB59C55-E3ED-7CCB-8DC5-BCC552BB39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sz="2400" b="1" dirty="0"/>
              <a:t>Específicos</a:t>
            </a:r>
          </a:p>
          <a:p>
            <a:r>
              <a:rPr lang="es-CL" sz="2400" b="1" dirty="0"/>
              <a:t>Realizar el Análisis Exploratorio de Datos (EDA)</a:t>
            </a:r>
          </a:p>
          <a:p>
            <a:r>
              <a:rPr lang="es-CL" sz="2400" b="1" dirty="0"/>
              <a:t>Entrenar y validar modelos de clasificación</a:t>
            </a:r>
          </a:p>
          <a:p>
            <a:r>
              <a:rPr lang="es-CL" sz="2400" b="1" dirty="0"/>
              <a:t>Integrar resultados en una plataforma visual (Fase final)</a:t>
            </a:r>
          </a:p>
        </p:txBody>
      </p:sp>
    </p:spTree>
    <p:extLst>
      <p:ext uri="{BB962C8B-B14F-4D97-AF65-F5344CB8AC3E}">
        <p14:creationId xmlns:p14="http://schemas.microsoft.com/office/powerpoint/2010/main" val="2744497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2864E36-19BE-F626-ADC2-94781EB1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Metodología de Trabajo</a:t>
            </a:r>
            <a:endParaRPr lang="es-CL" dirty="0"/>
          </a:p>
        </p:txBody>
      </p:sp>
      <p:graphicFrame>
        <p:nvGraphicFramePr>
          <p:cNvPr id="8" name="Marcador de contenido 5">
            <a:extLst>
              <a:ext uri="{FF2B5EF4-FFF2-40B4-BE49-F238E27FC236}">
                <a16:creationId xmlns:a16="http://schemas.microsoft.com/office/drawing/2014/main" id="{9DE9011A-5132-659E-BDA3-FEF638F640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1767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23FA14-5E40-E298-A016-B1364BCA8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Avance Técnico - Análisis de Datos (EDA)</a:t>
            </a:r>
          </a:p>
        </p:txBody>
      </p:sp>
      <p:pic>
        <p:nvPicPr>
          <p:cNvPr id="9" name="Marcador de posición de imagen 8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63F8497F-C81D-56FB-3A98-427140FC109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1" r="13337" b="2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105373E-0CAF-5590-0747-CF9DE3205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23007" y="2212846"/>
            <a:ext cx="4361693" cy="409651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b="1" dirty="0" err="1"/>
              <a:t>Entorno</a:t>
            </a:r>
            <a:r>
              <a:rPr lang="en-US" sz="1800" b="1" dirty="0"/>
              <a:t>:</a:t>
            </a:r>
            <a:r>
              <a:rPr lang="en-US" sz="1800" dirty="0"/>
              <a:t> Desarrollo </a:t>
            </a:r>
            <a:r>
              <a:rPr lang="en-US" sz="1800" dirty="0" err="1"/>
              <a:t>realizado</a:t>
            </a:r>
            <a:r>
              <a:rPr lang="en-US" sz="1800" dirty="0"/>
              <a:t> </a:t>
            </a:r>
            <a:r>
              <a:rPr lang="en-US" sz="1800" dirty="0" err="1"/>
              <a:t>íntegramente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Google Colab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b="1" dirty="0" err="1"/>
              <a:t>Actividades</a:t>
            </a:r>
            <a:r>
              <a:rPr lang="en-US" sz="1800" b="1" dirty="0"/>
              <a:t>:</a:t>
            </a:r>
            <a:r>
              <a:rPr lang="en-US" sz="1800" dirty="0"/>
              <a:t> </a:t>
            </a:r>
            <a:r>
              <a:rPr lang="en-US" sz="1800" dirty="0" err="1"/>
              <a:t>Limpieza</a:t>
            </a:r>
            <a:r>
              <a:rPr lang="en-US" sz="1800" dirty="0"/>
              <a:t> de </a:t>
            </a:r>
            <a:r>
              <a:rPr lang="en-US" sz="1800" dirty="0" err="1"/>
              <a:t>datos</a:t>
            </a:r>
            <a:r>
              <a:rPr lang="en-US" sz="1800" dirty="0"/>
              <a:t>, </a:t>
            </a:r>
            <a:r>
              <a:rPr lang="en-US" sz="1800" dirty="0" err="1"/>
              <a:t>manejo</a:t>
            </a:r>
            <a:r>
              <a:rPr lang="en-US" sz="1800" dirty="0"/>
              <a:t> de </a:t>
            </a:r>
            <a:r>
              <a:rPr lang="en-US" sz="1800" dirty="0" err="1"/>
              <a:t>nulos</a:t>
            </a:r>
            <a:r>
              <a:rPr lang="en-US" sz="1800" dirty="0"/>
              <a:t> y </a:t>
            </a:r>
            <a:r>
              <a:rPr lang="en-US" sz="1800" dirty="0" err="1"/>
              <a:t>análisis</a:t>
            </a:r>
            <a:r>
              <a:rPr lang="en-US" sz="1800" dirty="0"/>
              <a:t> de </a:t>
            </a:r>
            <a:r>
              <a:rPr lang="en-US" sz="1800" dirty="0" err="1"/>
              <a:t>correlación</a:t>
            </a:r>
            <a:r>
              <a:rPr lang="en-US" sz="1800" dirty="0"/>
              <a:t> entre variables </a:t>
            </a:r>
            <a:r>
              <a:rPr lang="en-US" sz="1800" dirty="0" err="1"/>
              <a:t>físicas</a:t>
            </a:r>
            <a:r>
              <a:rPr lang="en-US" sz="1800" dirty="0"/>
              <a:t> del tumor</a:t>
            </a:r>
          </a:p>
        </p:txBody>
      </p:sp>
    </p:spTree>
    <p:extLst>
      <p:ext uri="{BB962C8B-B14F-4D97-AF65-F5344CB8AC3E}">
        <p14:creationId xmlns:p14="http://schemas.microsoft.com/office/powerpoint/2010/main" val="967207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24C5A2A-2655-016A-945B-8BB495320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r>
              <a:rPr lang="es-CL" dirty="0"/>
              <a:t>Monitoreo del Plan de Trabajo</a:t>
            </a:r>
          </a:p>
        </p:txBody>
      </p:sp>
      <p:graphicFrame>
        <p:nvGraphicFramePr>
          <p:cNvPr id="8" name="Marcador de contenido 5">
            <a:extLst>
              <a:ext uri="{FF2B5EF4-FFF2-40B4-BE49-F238E27FC236}">
                <a16:creationId xmlns:a16="http://schemas.microsoft.com/office/drawing/2014/main" id="{614CAE7C-0E6E-462A-3B10-A5A39CCED1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7440301"/>
              </p:ext>
            </p:extLst>
          </p:nvPr>
        </p:nvGraphicFramePr>
        <p:xfrm>
          <a:off x="1514856" y="2039112"/>
          <a:ext cx="9162288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3068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1EAF6F-106A-2F7C-97C9-09BEF72C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6802" y="603504"/>
            <a:ext cx="5577902" cy="1527048"/>
          </a:xfrm>
        </p:spPr>
        <p:txBody>
          <a:bodyPr anchor="b">
            <a:normAutofit/>
          </a:bodyPr>
          <a:lstStyle/>
          <a:p>
            <a:r>
              <a:rPr lang="es-CL" dirty="0"/>
              <a:t>Próximos Pasos</a:t>
            </a:r>
          </a:p>
        </p:txBody>
      </p:sp>
      <p:pic>
        <p:nvPicPr>
          <p:cNvPr id="7" name="Graphic 6" descr="Mancuerna">
            <a:extLst>
              <a:ext uri="{FF2B5EF4-FFF2-40B4-BE49-F238E27FC236}">
                <a16:creationId xmlns:a16="http://schemas.microsoft.com/office/drawing/2014/main" id="{9F609963-12FF-FF98-9762-32F6BD78F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1102440"/>
            <a:ext cx="4681506" cy="4681506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A42EE1-8285-C8F8-13BF-E0C7FCB24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6802" y="2212848"/>
            <a:ext cx="5577902" cy="409651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L" sz="1800"/>
              <a:t>Finalizar el entrenamiento de los modelos para asegurar el cumplimiento del Recall &gt;90%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1800"/>
              <a:t>Inicio de fase de Visualización: Integración de los datos procesados en Power BI para crear el tablero de control médico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1800"/>
              <a:t>Pruebas finales y cierre de documentación</a:t>
            </a:r>
          </a:p>
        </p:txBody>
      </p:sp>
    </p:spTree>
    <p:extLst>
      <p:ext uri="{BB962C8B-B14F-4D97-AF65-F5344CB8AC3E}">
        <p14:creationId xmlns:p14="http://schemas.microsoft.com/office/powerpoint/2010/main" val="194235536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Capstone Fase 1 PPT">
      <a:dk1>
        <a:sysClr val="windowText" lastClr="000000"/>
      </a:dk1>
      <a:lt1>
        <a:sysClr val="window" lastClr="FFFFFF"/>
      </a:lt1>
      <a:dk2>
        <a:srgbClr val="2C3E50"/>
      </a:dk2>
      <a:lt2>
        <a:srgbClr val="F8F9F9"/>
      </a:lt2>
      <a:accent1>
        <a:srgbClr val="E89AB0"/>
      </a:accent1>
      <a:accent2>
        <a:srgbClr val="8E244D"/>
      </a:accent2>
      <a:accent3>
        <a:srgbClr val="34495E"/>
      </a:accent3>
      <a:accent4>
        <a:srgbClr val="F2D7D9"/>
      </a:accent4>
      <a:accent5>
        <a:srgbClr val="7F8C8D"/>
      </a:accent5>
      <a:accent6>
        <a:srgbClr val="D988B9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294</Words>
  <Application>Microsoft Office PowerPoint</Application>
  <PresentationFormat>Panorámica</PresentationFormat>
  <Paragraphs>33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VanillaVTI</vt:lpstr>
      <vt:lpstr>Sistema de Apoyo al Diagnóstico Temprano de Cáncer de Mama mediante Modelos Predictivos de Machine Learning.</vt:lpstr>
      <vt:lpstr>Introducción y Relevancia</vt:lpstr>
      <vt:lpstr>Objetivos del Proyecto</vt:lpstr>
      <vt:lpstr>Metodología de Trabajo</vt:lpstr>
      <vt:lpstr>Avance Técnico - Análisis de Datos (EDA)</vt:lpstr>
      <vt:lpstr>Monitoreo del Plan de Trabajo</vt:lpstr>
      <vt:lpstr>Próximos Pasos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Karla Acuña Bravo</dc:creator>
  <cp:lastModifiedBy>Karla Acuña Bravo</cp:lastModifiedBy>
  <cp:revision>10</cp:revision>
  <dcterms:created xsi:type="dcterms:W3CDTF">2026-01-22T07:52:11Z</dcterms:created>
  <dcterms:modified xsi:type="dcterms:W3CDTF">2026-01-22T08:31:27Z</dcterms:modified>
</cp:coreProperties>
</file>